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83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60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97661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546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4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883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919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119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39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16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170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089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3-12 201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8292"/>
            <a:ext cx="9144000" cy="51414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3-12 2014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8292"/>
            <a:ext cx="9144000" cy="51414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3-12 2014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8292"/>
            <a:ext cx="9144000" cy="51414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3-12 2014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8292"/>
            <a:ext cx="9144000" cy="51414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3-12 2014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0380"/>
            <a:ext cx="9144000" cy="51372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3-12 2015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8292"/>
            <a:ext cx="9144000" cy="51414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3-12 2015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8292"/>
            <a:ext cx="9144000" cy="51414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3-12 2015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1715"/>
            <a:ext cx="9144000" cy="51345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3-12 2015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205"/>
            <a:ext cx="9144000" cy="51395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3-12 2015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205"/>
            <a:ext cx="9144000" cy="51395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3-12 2015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8292"/>
            <a:ext cx="9144000" cy="51414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3-12 2015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952"/>
            <a:ext cx="9144000" cy="51440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</TotalTime>
  <Words>0</Words>
  <Application>Microsoft Office PowerPoint</Application>
  <PresentationFormat>On-screen Show (4:3)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Schoolbook</vt:lpstr>
      <vt:lpstr>Wingdings 2</vt:lpstr>
      <vt:lpstr>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Kislay Dubey</cp:lastModifiedBy>
  <cp:revision>2</cp:revision>
  <dcterms:created xsi:type="dcterms:W3CDTF">2013-01-27T09:14:16Z</dcterms:created>
  <dcterms:modified xsi:type="dcterms:W3CDTF">2026-03-12T14:53:04Z</dcterms:modified>
  <cp:category/>
</cp:coreProperties>
</file>