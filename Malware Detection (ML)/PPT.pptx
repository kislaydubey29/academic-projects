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8" r:id="rId1"/>
  </p:sldMasterIdLst>
  <p:sldIdLst>
    <p:sldId id="256" r:id="rId2"/>
    <p:sldId id="257" r:id="rId3"/>
    <p:sldId id="258" r:id="rId4"/>
    <p:sldId id="259" r:id="rId5"/>
    <p:sldId id="273" r:id="rId6"/>
    <p:sldId id="260" r:id="rId7"/>
    <p:sldId id="266" r:id="rId8"/>
    <p:sldId id="267" r:id="rId9"/>
    <p:sldId id="268" r:id="rId10"/>
    <p:sldId id="269" r:id="rId11"/>
    <p:sldId id="270" r:id="rId12"/>
    <p:sldId id="271" r:id="rId13"/>
    <p:sldId id="27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0C8780-81B9-4317-8036-AA7F8C27FA22}" v="35" dt="2025-08-04T09:41:29.6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n BHARGAV" userId="0a8e3c40d5635c01" providerId="LiveId" clId="{AC0C8780-81B9-4317-8036-AA7F8C27FA22}"/>
    <pc:docChg chg="undo custSel addSld delSld modSld">
      <pc:chgData name="Aryan BHARGAV" userId="0a8e3c40d5635c01" providerId="LiveId" clId="{AC0C8780-81B9-4317-8036-AA7F8C27FA22}" dt="2025-08-04T09:42:57.450" v="832" actId="1076"/>
      <pc:docMkLst>
        <pc:docMk/>
      </pc:docMkLst>
      <pc:sldChg chg="delSp modSp mod">
        <pc:chgData name="Aryan BHARGAV" userId="0a8e3c40d5635c01" providerId="LiveId" clId="{AC0C8780-81B9-4317-8036-AA7F8C27FA22}" dt="2025-08-04T08:06:41.995" v="216" actId="2711"/>
        <pc:sldMkLst>
          <pc:docMk/>
          <pc:sldMk cId="0" sldId="256"/>
        </pc:sldMkLst>
        <pc:spChg chg="mod">
          <ac:chgData name="Aryan BHARGAV" userId="0a8e3c40d5635c01" providerId="LiveId" clId="{AC0C8780-81B9-4317-8036-AA7F8C27FA22}" dt="2025-08-04T08:06:41.995" v="216" actId="2711"/>
          <ac:spMkLst>
            <pc:docMk/>
            <pc:sldMk cId="0" sldId="256"/>
            <ac:spMk id="2" creationId="{00000000-0000-0000-0000-000000000000}"/>
          </ac:spMkLst>
        </pc:spChg>
        <pc:spChg chg="del mod">
          <ac:chgData name="Aryan BHARGAV" userId="0a8e3c40d5635c01" providerId="LiveId" clId="{AC0C8780-81B9-4317-8036-AA7F8C27FA22}" dt="2025-08-04T07:30:27.985" v="16" actId="478"/>
          <ac:spMkLst>
            <pc:docMk/>
            <pc:sldMk cId="0" sldId="256"/>
            <ac:spMk id="3" creationId="{00000000-0000-0000-0000-000000000000}"/>
          </ac:spMkLst>
        </pc:spChg>
      </pc:sldChg>
      <pc:sldChg chg="addSp delSp modSp mod setBg">
        <pc:chgData name="Aryan BHARGAV" userId="0a8e3c40d5635c01" providerId="LiveId" clId="{AC0C8780-81B9-4317-8036-AA7F8C27FA22}" dt="2025-08-04T08:22:34.116" v="508" actId="26606"/>
        <pc:sldMkLst>
          <pc:docMk/>
          <pc:sldMk cId="0" sldId="257"/>
        </pc:sldMkLst>
        <pc:spChg chg="mod">
          <ac:chgData name="Aryan BHARGAV" userId="0a8e3c40d5635c01" providerId="LiveId" clId="{AC0C8780-81B9-4317-8036-AA7F8C27FA22}" dt="2025-08-04T08:22:34.116" v="508" actId="26606"/>
          <ac:spMkLst>
            <pc:docMk/>
            <pc:sldMk cId="0" sldId="257"/>
            <ac:spMk id="2" creationId="{00000000-0000-0000-0000-000000000000}"/>
          </ac:spMkLst>
        </pc:spChg>
        <pc:spChg chg="add del mod">
          <ac:chgData name="Aryan BHARGAV" userId="0a8e3c40d5635c01" providerId="LiveId" clId="{AC0C8780-81B9-4317-8036-AA7F8C27FA22}" dt="2025-08-04T08:22:34.116" v="508" actId="26606"/>
          <ac:spMkLst>
            <pc:docMk/>
            <pc:sldMk cId="0" sldId="257"/>
            <ac:spMk id="3" creationId="{00000000-0000-0000-0000-000000000000}"/>
          </ac:spMkLst>
        </pc:spChg>
        <pc:spChg chg="add del">
          <ac:chgData name="Aryan BHARGAV" userId="0a8e3c40d5635c01" providerId="LiveId" clId="{AC0C8780-81B9-4317-8036-AA7F8C27FA22}" dt="2025-08-04T08:22:34.116" v="508" actId="26606"/>
          <ac:spMkLst>
            <pc:docMk/>
            <pc:sldMk cId="0" sldId="257"/>
            <ac:spMk id="8" creationId="{E009DD9B-5EE2-4C0D-8B2B-351C8C102205}"/>
          </ac:spMkLst>
        </pc:spChg>
        <pc:spChg chg="add del">
          <ac:chgData name="Aryan BHARGAV" userId="0a8e3c40d5635c01" providerId="LiveId" clId="{AC0C8780-81B9-4317-8036-AA7F8C27FA22}" dt="2025-08-04T08:21:02.578" v="474" actId="26606"/>
          <ac:spMkLst>
            <pc:docMk/>
            <pc:sldMk cId="0" sldId="257"/>
            <ac:spMk id="9" creationId="{5118BA95-03E7-41B7-B442-0AF8C0A7FF68}"/>
          </ac:spMkLst>
        </pc:spChg>
        <pc:spChg chg="add del">
          <ac:chgData name="Aryan BHARGAV" userId="0a8e3c40d5635c01" providerId="LiveId" clId="{AC0C8780-81B9-4317-8036-AA7F8C27FA22}" dt="2025-08-04T08:22:34.116" v="508" actId="26606"/>
          <ac:spMkLst>
            <pc:docMk/>
            <pc:sldMk cId="0" sldId="257"/>
            <ac:spMk id="10" creationId="{E720DB99-7745-4E75-9D96-AAB6D55C531E}"/>
          </ac:spMkLst>
        </pc:spChg>
        <pc:spChg chg="add del">
          <ac:chgData name="Aryan BHARGAV" userId="0a8e3c40d5635c01" providerId="LiveId" clId="{AC0C8780-81B9-4317-8036-AA7F8C27FA22}" dt="2025-08-04T08:21:02.578" v="474" actId="26606"/>
          <ac:spMkLst>
            <pc:docMk/>
            <pc:sldMk cId="0" sldId="257"/>
            <ac:spMk id="11" creationId="{059D8741-EAD6-41B1-A882-70D70FC35821}"/>
          </ac:spMkLst>
        </pc:spChg>
        <pc:spChg chg="add del">
          <ac:chgData name="Aryan BHARGAV" userId="0a8e3c40d5635c01" providerId="LiveId" clId="{AC0C8780-81B9-4317-8036-AA7F8C27FA22}" dt="2025-08-04T08:21:02.578" v="474" actId="26606"/>
          <ac:spMkLst>
            <pc:docMk/>
            <pc:sldMk cId="0" sldId="257"/>
            <ac:spMk id="13" creationId="{45444F36-3103-4D11-A25F-C054D4606DA4}"/>
          </ac:spMkLst>
        </pc:spChg>
        <pc:spChg chg="add del">
          <ac:chgData name="Aryan BHARGAV" userId="0a8e3c40d5635c01" providerId="LiveId" clId="{AC0C8780-81B9-4317-8036-AA7F8C27FA22}" dt="2025-08-04T08:22:34.116" v="508" actId="26606"/>
          <ac:spMkLst>
            <pc:docMk/>
            <pc:sldMk cId="0" sldId="257"/>
            <ac:spMk id="14" creationId="{504B0465-3B07-49BF-BEA7-D81476246293}"/>
          </ac:spMkLst>
        </pc:spChg>
        <pc:spChg chg="add del">
          <ac:chgData name="Aryan BHARGAV" userId="0a8e3c40d5635c01" providerId="LiveId" clId="{AC0C8780-81B9-4317-8036-AA7F8C27FA22}" dt="2025-08-04T08:21:02.578" v="474" actId="26606"/>
          <ac:spMkLst>
            <pc:docMk/>
            <pc:sldMk cId="0" sldId="257"/>
            <ac:spMk id="15" creationId="{AD9B3EAD-A2B3-42C4-927C-3455E3E69EE6}"/>
          </ac:spMkLst>
        </pc:spChg>
        <pc:spChg chg="add del">
          <ac:chgData name="Aryan BHARGAV" userId="0a8e3c40d5635c01" providerId="LiveId" clId="{AC0C8780-81B9-4317-8036-AA7F8C27FA22}" dt="2025-08-04T08:22:34.116" v="508" actId="26606"/>
          <ac:spMkLst>
            <pc:docMk/>
            <pc:sldMk cId="0" sldId="257"/>
            <ac:spMk id="16" creationId="{49B7FFA5-14CB-4A4F-9BCC-CA3AA5D9D276}"/>
          </ac:spMkLst>
        </pc:spChg>
        <pc:spChg chg="add del">
          <ac:chgData name="Aryan BHARGAV" userId="0a8e3c40d5635c01" providerId="LiveId" clId="{AC0C8780-81B9-4317-8036-AA7F8C27FA22}" dt="2025-08-04T08:21:04.633" v="476" actId="26606"/>
          <ac:spMkLst>
            <pc:docMk/>
            <pc:sldMk cId="0" sldId="257"/>
            <ac:spMk id="17" creationId="{5118BA95-03E7-41B7-B442-0AF8C0A7FF68}"/>
          </ac:spMkLst>
        </pc:spChg>
        <pc:spChg chg="add del">
          <ac:chgData name="Aryan BHARGAV" userId="0a8e3c40d5635c01" providerId="LiveId" clId="{AC0C8780-81B9-4317-8036-AA7F8C27FA22}" dt="2025-08-04T08:21:04.633" v="476" actId="26606"/>
          <ac:spMkLst>
            <pc:docMk/>
            <pc:sldMk cId="0" sldId="257"/>
            <ac:spMk id="18" creationId="{059D8741-EAD6-41B1-A882-70D70FC35821}"/>
          </ac:spMkLst>
        </pc:spChg>
        <pc:spChg chg="add del">
          <ac:chgData name="Aryan BHARGAV" userId="0a8e3c40d5635c01" providerId="LiveId" clId="{AC0C8780-81B9-4317-8036-AA7F8C27FA22}" dt="2025-08-04T08:21:04.633" v="476" actId="26606"/>
          <ac:spMkLst>
            <pc:docMk/>
            <pc:sldMk cId="0" sldId="257"/>
            <ac:spMk id="19" creationId="{45444F36-3103-4D11-A25F-C054D4606DA4}"/>
          </ac:spMkLst>
        </pc:spChg>
        <pc:spChg chg="add del">
          <ac:chgData name="Aryan BHARGAV" userId="0a8e3c40d5635c01" providerId="LiveId" clId="{AC0C8780-81B9-4317-8036-AA7F8C27FA22}" dt="2025-08-04T08:21:04.633" v="476" actId="26606"/>
          <ac:spMkLst>
            <pc:docMk/>
            <pc:sldMk cId="0" sldId="257"/>
            <ac:spMk id="20" creationId="{AD9B3EAD-A2B3-42C4-927C-3455E3E69EE6}"/>
          </ac:spMkLst>
        </pc:spChg>
        <pc:spChg chg="add del">
          <ac:chgData name="Aryan BHARGAV" userId="0a8e3c40d5635c01" providerId="LiveId" clId="{AC0C8780-81B9-4317-8036-AA7F8C27FA22}" dt="2025-08-04T08:21:09.574" v="478" actId="26606"/>
          <ac:spMkLst>
            <pc:docMk/>
            <pc:sldMk cId="0" sldId="257"/>
            <ac:spMk id="23" creationId="{3FD711E9-7F79-40A9-8D9E-4AE293C154A5}"/>
          </ac:spMkLst>
        </pc:spChg>
        <pc:spChg chg="add del">
          <ac:chgData name="Aryan BHARGAV" userId="0a8e3c40d5635c01" providerId="LiveId" clId="{AC0C8780-81B9-4317-8036-AA7F8C27FA22}" dt="2025-08-04T08:21:14.213" v="480" actId="26606"/>
          <ac:spMkLst>
            <pc:docMk/>
            <pc:sldMk cId="0" sldId="257"/>
            <ac:spMk id="26" creationId="{BCFFB95F-D901-4937-8084-8A7BAA84FAFB}"/>
          </ac:spMkLst>
        </pc:spChg>
        <pc:spChg chg="add del">
          <ac:chgData name="Aryan BHARGAV" userId="0a8e3c40d5635c01" providerId="LiveId" clId="{AC0C8780-81B9-4317-8036-AA7F8C27FA22}" dt="2025-08-04T08:22:34.116" v="508" actId="26606"/>
          <ac:spMkLst>
            <pc:docMk/>
            <pc:sldMk cId="0" sldId="257"/>
            <ac:spMk id="31" creationId="{D68803C4-E159-4360-B7BB-74205C8F782D}"/>
          </ac:spMkLst>
        </pc:spChg>
        <pc:spChg chg="add del">
          <ac:chgData name="Aryan BHARGAV" userId="0a8e3c40d5635c01" providerId="LiveId" clId="{AC0C8780-81B9-4317-8036-AA7F8C27FA22}" dt="2025-08-04T08:22:34.116" v="508" actId="26606"/>
          <ac:spMkLst>
            <pc:docMk/>
            <pc:sldMk cId="0" sldId="257"/>
            <ac:spMk id="32" creationId="{00000000-0000-0000-0000-000000000000}"/>
          </ac:spMkLst>
        </pc:spChg>
        <pc:spChg chg="add del">
          <ac:chgData name="Aryan BHARGAV" userId="0a8e3c40d5635c01" providerId="LiveId" clId="{AC0C8780-81B9-4317-8036-AA7F8C27FA22}" dt="2025-08-04T08:22:34.116" v="508" actId="26606"/>
          <ac:spMkLst>
            <pc:docMk/>
            <pc:sldMk cId="0" sldId="257"/>
            <ac:spMk id="33" creationId="{04E48745-7512-4EC2-9E20-9092D12150CA}"/>
          </ac:spMkLst>
        </pc:spChg>
        <pc:grpChg chg="add del">
          <ac:chgData name="Aryan BHARGAV" userId="0a8e3c40d5635c01" providerId="LiveId" clId="{AC0C8780-81B9-4317-8036-AA7F8C27FA22}" dt="2025-08-04T08:21:14.213" v="480" actId="26606"/>
          <ac:grpSpMkLst>
            <pc:docMk/>
            <pc:sldMk cId="0" sldId="257"/>
            <ac:grpSpMk id="27" creationId="{60F473BD-3FD3-4548-A8F5-11D3C9CB88BC}"/>
          </ac:grpSpMkLst>
        </pc:grpChg>
        <pc:graphicFrameChg chg="add del">
          <ac:chgData name="Aryan BHARGAV" userId="0a8e3c40d5635c01" providerId="LiveId" clId="{AC0C8780-81B9-4317-8036-AA7F8C27FA22}" dt="2025-08-04T08:21:02.578" v="474" actId="26606"/>
          <ac:graphicFrameMkLst>
            <pc:docMk/>
            <pc:sldMk cId="0" sldId="257"/>
            <ac:graphicFrameMk id="5" creationId="{410A36E8-2293-B793-77DD-050EAAA7EB14}"/>
          </ac:graphicFrameMkLst>
        </pc:graphicFrameChg>
        <pc:graphicFrameChg chg="add del">
          <ac:chgData name="Aryan BHARGAV" userId="0a8e3c40d5635c01" providerId="LiveId" clId="{AC0C8780-81B9-4317-8036-AA7F8C27FA22}" dt="2025-08-04T08:21:04.633" v="476" actId="26606"/>
          <ac:graphicFrameMkLst>
            <pc:docMk/>
            <pc:sldMk cId="0" sldId="257"/>
            <ac:graphicFrameMk id="21" creationId="{EAC6D22B-73EE-65EB-CA08-98142424C40F}"/>
          </ac:graphicFrameMkLst>
        </pc:graphicFrameChg>
        <pc:graphicFrameChg chg="add del">
          <ac:chgData name="Aryan BHARGAV" userId="0a8e3c40d5635c01" providerId="LiveId" clId="{AC0C8780-81B9-4317-8036-AA7F8C27FA22}" dt="2025-08-04T08:21:09.574" v="478" actId="26606"/>
          <ac:graphicFrameMkLst>
            <pc:docMk/>
            <pc:sldMk cId="0" sldId="257"/>
            <ac:graphicFrameMk id="24" creationId="{68510071-F07E-DF5D-E3B6-49DAC5A264A4}"/>
          </ac:graphicFrameMkLst>
        </pc:graphicFrameChg>
        <pc:graphicFrameChg chg="add del">
          <ac:chgData name="Aryan BHARGAV" userId="0a8e3c40d5635c01" providerId="LiveId" clId="{AC0C8780-81B9-4317-8036-AA7F8C27FA22}" dt="2025-08-04T08:21:14.213" v="480" actId="26606"/>
          <ac:graphicFrameMkLst>
            <pc:docMk/>
            <pc:sldMk cId="0" sldId="257"/>
            <ac:graphicFrameMk id="29" creationId="{3A2A5001-FB75-B640-8C41-6E54447FE0D6}"/>
          </ac:graphicFrameMkLst>
        </pc:graphicFrameChg>
      </pc:sldChg>
      <pc:sldChg chg="addSp delSp modSp mod setBg">
        <pc:chgData name="Aryan BHARGAV" userId="0a8e3c40d5635c01" providerId="LiveId" clId="{AC0C8780-81B9-4317-8036-AA7F8C27FA22}" dt="2025-08-04T08:22:33.800" v="507" actId="123"/>
        <pc:sldMkLst>
          <pc:docMk/>
          <pc:sldMk cId="0" sldId="258"/>
        </pc:sldMkLst>
        <pc:spChg chg="mod">
          <ac:chgData name="Aryan BHARGAV" userId="0a8e3c40d5635c01" providerId="LiveId" clId="{AC0C8780-81B9-4317-8036-AA7F8C27FA22}" dt="2025-08-04T08:20:54.681" v="472" actId="26606"/>
          <ac:spMkLst>
            <pc:docMk/>
            <pc:sldMk cId="0" sldId="258"/>
            <ac:spMk id="2" creationId="{00000000-0000-0000-0000-000000000000}"/>
          </ac:spMkLst>
        </pc:spChg>
        <pc:spChg chg="add del mod">
          <ac:chgData name="Aryan BHARGAV" userId="0a8e3c40d5635c01" providerId="LiveId" clId="{AC0C8780-81B9-4317-8036-AA7F8C27FA22}" dt="2025-08-04T08:22:33.800" v="507" actId="123"/>
          <ac:spMkLst>
            <pc:docMk/>
            <pc:sldMk cId="0" sldId="258"/>
            <ac:spMk id="3" creationId="{00000000-0000-0000-0000-000000000000}"/>
          </ac:spMkLst>
        </pc:spChg>
        <pc:spChg chg="add mod">
          <ac:chgData name="Aryan BHARGAV" userId="0a8e3c40d5635c01" providerId="LiveId" clId="{AC0C8780-81B9-4317-8036-AA7F8C27FA22}" dt="2025-08-04T08:09:14.888" v="261"/>
          <ac:spMkLst>
            <pc:docMk/>
            <pc:sldMk cId="0" sldId="258"/>
            <ac:spMk id="4" creationId="{BB4F4B67-EF4F-5974-BEA5-728D3FA7C1F9}"/>
          </ac:spMkLst>
        </pc:spChg>
        <pc:spChg chg="add mod">
          <ac:chgData name="Aryan BHARGAV" userId="0a8e3c40d5635c01" providerId="LiveId" clId="{AC0C8780-81B9-4317-8036-AA7F8C27FA22}" dt="2025-08-04T08:09:23.739" v="263"/>
          <ac:spMkLst>
            <pc:docMk/>
            <pc:sldMk cId="0" sldId="258"/>
            <ac:spMk id="5" creationId="{689E8E19-B282-0CCF-31C3-039D66B9C873}"/>
          </ac:spMkLst>
        </pc:spChg>
        <pc:spChg chg="add mod">
          <ac:chgData name="Aryan BHARGAV" userId="0a8e3c40d5635c01" providerId="LiveId" clId="{AC0C8780-81B9-4317-8036-AA7F8C27FA22}" dt="2025-08-04T08:09:34.589" v="267"/>
          <ac:spMkLst>
            <pc:docMk/>
            <pc:sldMk cId="0" sldId="258"/>
            <ac:spMk id="6" creationId="{9DBF9D08-5467-770A-A585-29C9289722A4}"/>
          </ac:spMkLst>
        </pc:spChg>
        <pc:spChg chg="add del">
          <ac:chgData name="Aryan BHARGAV" userId="0a8e3c40d5635c01" providerId="LiveId" clId="{AC0C8780-81B9-4317-8036-AA7F8C27FA22}" dt="2025-08-04T08:20:52.106" v="469" actId="26606"/>
          <ac:spMkLst>
            <pc:docMk/>
            <pc:sldMk cId="0" sldId="258"/>
            <ac:spMk id="8" creationId="{3C06EAFD-0C69-4B3B-BEA7-E7E11DDF9C43}"/>
          </ac:spMkLst>
        </pc:spChg>
        <pc:spChg chg="add del">
          <ac:chgData name="Aryan BHARGAV" userId="0a8e3c40d5635c01" providerId="LiveId" clId="{AC0C8780-81B9-4317-8036-AA7F8C27FA22}" dt="2025-08-04T08:20:52.106" v="469" actId="26606"/>
          <ac:spMkLst>
            <pc:docMk/>
            <pc:sldMk cId="0" sldId="258"/>
            <ac:spMk id="10" creationId="{A4066C89-42FB-4624-9AFE-3A31B36491B5}"/>
          </ac:spMkLst>
        </pc:spChg>
        <pc:spChg chg="add del">
          <ac:chgData name="Aryan BHARGAV" userId="0a8e3c40d5635c01" providerId="LiveId" clId="{AC0C8780-81B9-4317-8036-AA7F8C27FA22}" dt="2025-08-04T08:20:52.106" v="469" actId="26606"/>
          <ac:spMkLst>
            <pc:docMk/>
            <pc:sldMk cId="0" sldId="258"/>
            <ac:spMk id="12" creationId="{BA218FBC-B2D6-48CA-9289-C4110162EDAD}"/>
          </ac:spMkLst>
        </pc:spChg>
        <pc:spChg chg="add del">
          <ac:chgData name="Aryan BHARGAV" userId="0a8e3c40d5635c01" providerId="LiveId" clId="{AC0C8780-81B9-4317-8036-AA7F8C27FA22}" dt="2025-08-04T08:20:52.106" v="469" actId="26606"/>
          <ac:spMkLst>
            <pc:docMk/>
            <pc:sldMk cId="0" sldId="258"/>
            <ac:spMk id="14" creationId="{2DED9084-49DA-4911-ACB7-5F9E4DEFA039}"/>
          </ac:spMkLst>
        </pc:spChg>
        <pc:spChg chg="add del">
          <ac:chgData name="Aryan BHARGAV" userId="0a8e3c40d5635c01" providerId="LiveId" clId="{AC0C8780-81B9-4317-8036-AA7F8C27FA22}" dt="2025-08-04T08:20:54.598" v="471" actId="26606"/>
          <ac:spMkLst>
            <pc:docMk/>
            <pc:sldMk cId="0" sldId="258"/>
            <ac:spMk id="16" creationId="{4FCA88C2-C73C-4062-A097-8FBCE3090BEA}"/>
          </ac:spMkLst>
        </pc:spChg>
        <pc:spChg chg="add del">
          <ac:chgData name="Aryan BHARGAV" userId="0a8e3c40d5635c01" providerId="LiveId" clId="{AC0C8780-81B9-4317-8036-AA7F8C27FA22}" dt="2025-08-04T08:20:54.598" v="471" actId="26606"/>
          <ac:spMkLst>
            <pc:docMk/>
            <pc:sldMk cId="0" sldId="258"/>
            <ac:spMk id="17" creationId="{83981C21-E132-4402-B31B-D725C1CE77D2}"/>
          </ac:spMkLst>
        </pc:spChg>
        <pc:spChg chg="add del">
          <ac:chgData name="Aryan BHARGAV" userId="0a8e3c40d5635c01" providerId="LiveId" clId="{AC0C8780-81B9-4317-8036-AA7F8C27FA22}" dt="2025-08-04T08:20:54.598" v="471" actId="26606"/>
          <ac:spMkLst>
            <pc:docMk/>
            <pc:sldMk cId="0" sldId="258"/>
            <ac:spMk id="18" creationId="{6A685C77-4E84-486A-9AE5-F3635BE98EFB}"/>
          </ac:spMkLst>
        </pc:spChg>
        <pc:spChg chg="add del">
          <ac:chgData name="Aryan BHARGAV" userId="0a8e3c40d5635c01" providerId="LiveId" clId="{AC0C8780-81B9-4317-8036-AA7F8C27FA22}" dt="2025-08-04T08:20:54.598" v="471" actId="26606"/>
          <ac:spMkLst>
            <pc:docMk/>
            <pc:sldMk cId="0" sldId="258"/>
            <ac:spMk id="19" creationId="{E55C1C3E-5158-47F3-8FD9-14B22C3E6EAD}"/>
          </ac:spMkLst>
        </pc:spChg>
        <pc:spChg chg="add">
          <ac:chgData name="Aryan BHARGAV" userId="0a8e3c40d5635c01" providerId="LiveId" clId="{AC0C8780-81B9-4317-8036-AA7F8C27FA22}" dt="2025-08-04T08:20:54.681" v="472" actId="26606"/>
          <ac:spMkLst>
            <pc:docMk/>
            <pc:sldMk cId="0" sldId="258"/>
            <ac:spMk id="21" creationId="{E009DD9B-5EE2-4C0D-8B2B-351C8C102205}"/>
          </ac:spMkLst>
        </pc:spChg>
        <pc:spChg chg="add">
          <ac:chgData name="Aryan BHARGAV" userId="0a8e3c40d5635c01" providerId="LiveId" clId="{AC0C8780-81B9-4317-8036-AA7F8C27FA22}" dt="2025-08-04T08:20:54.681" v="472" actId="26606"/>
          <ac:spMkLst>
            <pc:docMk/>
            <pc:sldMk cId="0" sldId="258"/>
            <ac:spMk id="22" creationId="{E720DB99-7745-4E75-9D96-AAB6D55C531E}"/>
          </ac:spMkLst>
        </pc:spChg>
        <pc:spChg chg="add">
          <ac:chgData name="Aryan BHARGAV" userId="0a8e3c40d5635c01" providerId="LiveId" clId="{AC0C8780-81B9-4317-8036-AA7F8C27FA22}" dt="2025-08-04T08:20:54.681" v="472" actId="26606"/>
          <ac:spMkLst>
            <pc:docMk/>
            <pc:sldMk cId="0" sldId="258"/>
            <ac:spMk id="23" creationId="{D68803C4-E159-4360-B7BB-74205C8F782D}"/>
          </ac:spMkLst>
        </pc:spChg>
        <pc:spChg chg="add">
          <ac:chgData name="Aryan BHARGAV" userId="0a8e3c40d5635c01" providerId="LiveId" clId="{AC0C8780-81B9-4317-8036-AA7F8C27FA22}" dt="2025-08-04T08:20:54.681" v="472" actId="26606"/>
          <ac:spMkLst>
            <pc:docMk/>
            <pc:sldMk cId="0" sldId="258"/>
            <ac:spMk id="24" creationId="{504B0465-3B07-49BF-BEA7-D81476246293}"/>
          </ac:spMkLst>
        </pc:spChg>
        <pc:spChg chg="add">
          <ac:chgData name="Aryan BHARGAV" userId="0a8e3c40d5635c01" providerId="LiveId" clId="{AC0C8780-81B9-4317-8036-AA7F8C27FA22}" dt="2025-08-04T08:20:54.681" v="472" actId="26606"/>
          <ac:spMkLst>
            <pc:docMk/>
            <pc:sldMk cId="0" sldId="258"/>
            <ac:spMk id="25" creationId="{49B7FFA5-14CB-4A4F-9BCC-CA3AA5D9D276}"/>
          </ac:spMkLst>
        </pc:spChg>
        <pc:spChg chg="add">
          <ac:chgData name="Aryan BHARGAV" userId="0a8e3c40d5635c01" providerId="LiveId" clId="{AC0C8780-81B9-4317-8036-AA7F8C27FA22}" dt="2025-08-04T08:20:54.681" v="472" actId="26606"/>
          <ac:spMkLst>
            <pc:docMk/>
            <pc:sldMk cId="0" sldId="258"/>
            <ac:spMk id="26" creationId="{04E48745-7512-4EC2-9E20-9092D12150CA}"/>
          </ac:spMkLst>
        </pc:spChg>
      </pc:sldChg>
      <pc:sldChg chg="addSp delSp modSp mod setBg">
        <pc:chgData name="Aryan BHARGAV" userId="0a8e3c40d5635c01" providerId="LiveId" clId="{AC0C8780-81B9-4317-8036-AA7F8C27FA22}" dt="2025-08-04T08:20:38.428" v="467" actId="122"/>
        <pc:sldMkLst>
          <pc:docMk/>
          <pc:sldMk cId="0" sldId="259"/>
        </pc:sldMkLst>
        <pc:spChg chg="mod">
          <ac:chgData name="Aryan BHARGAV" userId="0a8e3c40d5635c01" providerId="LiveId" clId="{AC0C8780-81B9-4317-8036-AA7F8C27FA22}" dt="2025-08-04T08:20:38.428" v="467" actId="122"/>
          <ac:spMkLst>
            <pc:docMk/>
            <pc:sldMk cId="0" sldId="259"/>
            <ac:spMk id="2" creationId="{00000000-0000-0000-0000-000000000000}"/>
          </ac:spMkLst>
        </pc:spChg>
        <pc:spChg chg="add del mod">
          <ac:chgData name="Aryan BHARGAV" userId="0a8e3c40d5635c01" providerId="LiveId" clId="{AC0C8780-81B9-4317-8036-AA7F8C27FA22}" dt="2025-08-04T08:19:21.128" v="439" actId="26606"/>
          <ac:spMkLst>
            <pc:docMk/>
            <pc:sldMk cId="0" sldId="259"/>
            <ac:spMk id="3" creationId="{00000000-0000-0000-0000-000000000000}"/>
          </ac:spMkLst>
        </pc:spChg>
        <pc:spChg chg="add del">
          <ac:chgData name="Aryan BHARGAV" userId="0a8e3c40d5635c01" providerId="LiveId" clId="{AC0C8780-81B9-4317-8036-AA7F8C27FA22}" dt="2025-08-04T08:19:12.886" v="428" actId="26606"/>
          <ac:spMkLst>
            <pc:docMk/>
            <pc:sldMk cId="0" sldId="259"/>
            <ac:spMk id="8" creationId="{5118BA95-03E7-41B7-B442-0AF8C0A7FF68}"/>
          </ac:spMkLst>
        </pc:spChg>
        <pc:spChg chg="add del">
          <ac:chgData name="Aryan BHARGAV" userId="0a8e3c40d5635c01" providerId="LiveId" clId="{AC0C8780-81B9-4317-8036-AA7F8C27FA22}" dt="2025-08-04T08:19:10.438" v="426" actId="26606"/>
          <ac:spMkLst>
            <pc:docMk/>
            <pc:sldMk cId="0" sldId="259"/>
            <ac:spMk id="9" creationId="{3FD711E9-7F79-40A9-8D9E-4AE293C154A5}"/>
          </ac:spMkLst>
        </pc:spChg>
        <pc:spChg chg="add del">
          <ac:chgData name="Aryan BHARGAV" userId="0a8e3c40d5635c01" providerId="LiveId" clId="{AC0C8780-81B9-4317-8036-AA7F8C27FA22}" dt="2025-08-04T08:19:12.886" v="428" actId="26606"/>
          <ac:spMkLst>
            <pc:docMk/>
            <pc:sldMk cId="0" sldId="259"/>
            <ac:spMk id="13" creationId="{00000000-0000-0000-0000-000000000000}"/>
          </ac:spMkLst>
        </pc:spChg>
        <pc:spChg chg="add del">
          <ac:chgData name="Aryan BHARGAV" userId="0a8e3c40d5635c01" providerId="LiveId" clId="{AC0C8780-81B9-4317-8036-AA7F8C27FA22}" dt="2025-08-04T08:19:12.886" v="428" actId="26606"/>
          <ac:spMkLst>
            <pc:docMk/>
            <pc:sldMk cId="0" sldId="259"/>
            <ac:spMk id="14" creationId="{AD9B3EAD-A2B3-42C4-927C-3455E3E69EE6}"/>
          </ac:spMkLst>
        </pc:spChg>
        <pc:spChg chg="add del">
          <ac:chgData name="Aryan BHARGAV" userId="0a8e3c40d5635c01" providerId="LiveId" clId="{AC0C8780-81B9-4317-8036-AA7F8C27FA22}" dt="2025-08-04T08:19:13.986" v="430" actId="26606"/>
          <ac:spMkLst>
            <pc:docMk/>
            <pc:sldMk cId="0" sldId="259"/>
            <ac:spMk id="16" creationId="{F3AF35CD-DA30-4E34-B0F3-32C27766DA05}"/>
          </ac:spMkLst>
        </pc:spChg>
        <pc:spChg chg="add del">
          <ac:chgData name="Aryan BHARGAV" userId="0a8e3c40d5635c01" providerId="LiveId" clId="{AC0C8780-81B9-4317-8036-AA7F8C27FA22}" dt="2025-08-04T08:19:13.986" v="430" actId="26606"/>
          <ac:spMkLst>
            <pc:docMk/>
            <pc:sldMk cId="0" sldId="259"/>
            <ac:spMk id="17" creationId="{00000000-0000-0000-0000-000000000000}"/>
          </ac:spMkLst>
        </pc:spChg>
        <pc:spChg chg="add del">
          <ac:chgData name="Aryan BHARGAV" userId="0a8e3c40d5635c01" providerId="LiveId" clId="{AC0C8780-81B9-4317-8036-AA7F8C27FA22}" dt="2025-08-04T08:19:15.681" v="432" actId="26606"/>
          <ac:spMkLst>
            <pc:docMk/>
            <pc:sldMk cId="0" sldId="259"/>
            <ac:spMk id="22" creationId="{F3AF35CD-DA30-4E34-B0F3-32C27766DA05}"/>
          </ac:spMkLst>
        </pc:spChg>
        <pc:spChg chg="add del">
          <ac:chgData name="Aryan BHARGAV" userId="0a8e3c40d5635c01" providerId="LiveId" clId="{AC0C8780-81B9-4317-8036-AA7F8C27FA22}" dt="2025-08-04T08:19:15.681" v="432" actId="26606"/>
          <ac:spMkLst>
            <pc:docMk/>
            <pc:sldMk cId="0" sldId="259"/>
            <ac:spMk id="24" creationId="{00000000-0000-0000-0000-000000000000}"/>
          </ac:spMkLst>
        </pc:spChg>
        <pc:spChg chg="add del">
          <ac:chgData name="Aryan BHARGAV" userId="0a8e3c40d5635c01" providerId="LiveId" clId="{AC0C8780-81B9-4317-8036-AA7F8C27FA22}" dt="2025-08-04T08:19:21.078" v="438" actId="26606"/>
          <ac:spMkLst>
            <pc:docMk/>
            <pc:sldMk cId="0" sldId="259"/>
            <ac:spMk id="32" creationId="{F3AF35CD-DA30-4E34-B0F3-32C27766DA05}"/>
          </ac:spMkLst>
        </pc:spChg>
        <pc:spChg chg="add del">
          <ac:chgData name="Aryan BHARGAV" userId="0a8e3c40d5635c01" providerId="LiveId" clId="{AC0C8780-81B9-4317-8036-AA7F8C27FA22}" dt="2025-08-04T08:19:21.078" v="438" actId="26606"/>
          <ac:spMkLst>
            <pc:docMk/>
            <pc:sldMk cId="0" sldId="259"/>
            <ac:spMk id="34" creationId="{00000000-0000-0000-0000-000000000000}"/>
          </ac:spMkLst>
        </pc:spChg>
        <pc:spChg chg="add del">
          <ac:chgData name="Aryan BHARGAV" userId="0a8e3c40d5635c01" providerId="LiveId" clId="{AC0C8780-81B9-4317-8036-AA7F8C27FA22}" dt="2025-08-04T08:20:20.294" v="461" actId="26606"/>
          <ac:spMkLst>
            <pc:docMk/>
            <pc:sldMk cId="0" sldId="259"/>
            <ac:spMk id="39" creationId="{F3AF35CD-DA30-4E34-B0F3-32C27766DA05}"/>
          </ac:spMkLst>
        </pc:spChg>
        <pc:spChg chg="add mod">
          <ac:chgData name="Aryan BHARGAV" userId="0a8e3c40d5635c01" providerId="LiveId" clId="{AC0C8780-81B9-4317-8036-AA7F8C27FA22}" dt="2025-08-04T08:20:32.459" v="466" actId="27636"/>
          <ac:spMkLst>
            <pc:docMk/>
            <pc:sldMk cId="0" sldId="259"/>
            <ac:spMk id="41" creationId="{00000000-0000-0000-0000-000000000000}"/>
          </ac:spMkLst>
        </pc:spChg>
        <pc:spChg chg="add del">
          <ac:chgData name="Aryan BHARGAV" userId="0a8e3c40d5635c01" providerId="LiveId" clId="{AC0C8780-81B9-4317-8036-AA7F8C27FA22}" dt="2025-08-04T08:20:20.252" v="460" actId="26606"/>
          <ac:spMkLst>
            <pc:docMk/>
            <pc:sldMk cId="0" sldId="259"/>
            <ac:spMk id="49" creationId="{D8AFD15B-CF29-4306-884F-47675092F91F}"/>
          </ac:spMkLst>
        </pc:spChg>
        <pc:spChg chg="add del">
          <ac:chgData name="Aryan BHARGAV" userId="0a8e3c40d5635c01" providerId="LiveId" clId="{AC0C8780-81B9-4317-8036-AA7F8C27FA22}" dt="2025-08-04T08:20:20.252" v="460" actId="26606"/>
          <ac:spMkLst>
            <pc:docMk/>
            <pc:sldMk cId="0" sldId="259"/>
            <ac:spMk id="51" creationId="{7EC0D68F-F813-4414-800D-F8D4F0AB80BD}"/>
          </ac:spMkLst>
        </pc:spChg>
        <pc:spChg chg="add">
          <ac:chgData name="Aryan BHARGAV" userId="0a8e3c40d5635c01" providerId="LiveId" clId="{AC0C8780-81B9-4317-8036-AA7F8C27FA22}" dt="2025-08-04T08:20:20.294" v="461" actId="26606"/>
          <ac:spMkLst>
            <pc:docMk/>
            <pc:sldMk cId="0" sldId="259"/>
            <ac:spMk id="57" creationId="{F3AF35CD-DA30-4E34-B0F3-32C27766DA05}"/>
          </ac:spMkLst>
        </pc:spChg>
        <pc:grpChg chg="add del">
          <ac:chgData name="Aryan BHARGAV" userId="0a8e3c40d5635c01" providerId="LiveId" clId="{AC0C8780-81B9-4317-8036-AA7F8C27FA22}" dt="2025-08-04T08:19:12.886" v="428" actId="26606"/>
          <ac:grpSpMkLst>
            <pc:docMk/>
            <pc:sldMk cId="0" sldId="259"/>
            <ac:grpSpMk id="10" creationId="{E799C3D5-7D55-4046-808C-F290F456D6EF}"/>
          </ac:grpSpMkLst>
        </pc:grpChg>
        <pc:grpChg chg="add del">
          <ac:chgData name="Aryan BHARGAV" userId="0a8e3c40d5635c01" providerId="LiveId" clId="{AC0C8780-81B9-4317-8036-AA7F8C27FA22}" dt="2025-08-04T08:19:15.681" v="432" actId="26606"/>
          <ac:grpSpMkLst>
            <pc:docMk/>
            <pc:sldMk cId="0" sldId="259"/>
            <ac:grpSpMk id="12" creationId="{BCFC42DC-2C46-47C4-BC61-530557385DBD}"/>
          </ac:grpSpMkLst>
        </pc:grpChg>
        <pc:grpChg chg="add del">
          <ac:chgData name="Aryan BHARGAV" userId="0a8e3c40d5635c01" providerId="LiveId" clId="{AC0C8780-81B9-4317-8036-AA7F8C27FA22}" dt="2025-08-04T08:19:13.986" v="430" actId="26606"/>
          <ac:grpSpMkLst>
            <pc:docMk/>
            <pc:sldMk cId="0" sldId="259"/>
            <ac:grpSpMk id="18" creationId="{BCFC42DC-2C46-47C4-BC61-530557385DBD}"/>
          </ac:grpSpMkLst>
        </pc:grpChg>
        <pc:grpChg chg="add del">
          <ac:chgData name="Aryan BHARGAV" userId="0a8e3c40d5635c01" providerId="LiveId" clId="{AC0C8780-81B9-4317-8036-AA7F8C27FA22}" dt="2025-08-04T08:19:21.078" v="438" actId="26606"/>
          <ac:grpSpMkLst>
            <pc:docMk/>
            <pc:sldMk cId="0" sldId="259"/>
            <ac:grpSpMk id="35" creationId="{BCFC42DC-2C46-47C4-BC61-530557385DBD}"/>
          </ac:grpSpMkLst>
        </pc:grpChg>
        <pc:grpChg chg="add del">
          <ac:chgData name="Aryan BHARGAV" userId="0a8e3c40d5635c01" providerId="LiveId" clId="{AC0C8780-81B9-4317-8036-AA7F8C27FA22}" dt="2025-08-04T08:20:20.294" v="461" actId="26606"/>
          <ac:grpSpMkLst>
            <pc:docMk/>
            <pc:sldMk cId="0" sldId="259"/>
            <ac:grpSpMk id="42" creationId="{BCFC42DC-2C46-47C4-BC61-530557385DBD}"/>
          </ac:grpSpMkLst>
        </pc:grpChg>
        <pc:grpChg chg="add del">
          <ac:chgData name="Aryan BHARGAV" userId="0a8e3c40d5635c01" providerId="LiveId" clId="{AC0C8780-81B9-4317-8036-AA7F8C27FA22}" dt="2025-08-04T08:20:20.252" v="460" actId="26606"/>
          <ac:grpSpMkLst>
            <pc:docMk/>
            <pc:sldMk cId="0" sldId="259"/>
            <ac:grpSpMk id="53" creationId="{54CA915D-BDF0-41F8-B00E-FB186EFF7BD6}"/>
          </ac:grpSpMkLst>
        </pc:grpChg>
        <pc:grpChg chg="add">
          <ac:chgData name="Aryan BHARGAV" userId="0a8e3c40d5635c01" providerId="LiveId" clId="{AC0C8780-81B9-4317-8036-AA7F8C27FA22}" dt="2025-08-04T08:20:20.294" v="461" actId="26606"/>
          <ac:grpSpMkLst>
            <pc:docMk/>
            <pc:sldMk cId="0" sldId="259"/>
            <ac:grpSpMk id="58" creationId="{BCFC42DC-2C46-47C4-BC61-530557385DBD}"/>
          </ac:grpSpMkLst>
        </pc:grpChg>
        <pc:graphicFrameChg chg="add del">
          <ac:chgData name="Aryan BHARGAV" userId="0a8e3c40d5635c01" providerId="LiveId" clId="{AC0C8780-81B9-4317-8036-AA7F8C27FA22}" dt="2025-08-04T08:19:10.438" v="426" actId="26606"/>
          <ac:graphicFrameMkLst>
            <pc:docMk/>
            <pc:sldMk cId="0" sldId="259"/>
            <ac:graphicFrameMk id="5" creationId="{C7CF4094-3DD0-38F6-CB5B-D2942A7ECA03}"/>
          </ac:graphicFrameMkLst>
        </pc:graphicFrameChg>
        <pc:graphicFrameChg chg="add del">
          <ac:chgData name="Aryan BHARGAV" userId="0a8e3c40d5635c01" providerId="LiveId" clId="{AC0C8780-81B9-4317-8036-AA7F8C27FA22}" dt="2025-08-04T08:19:16.766" v="434" actId="26606"/>
          <ac:graphicFrameMkLst>
            <pc:docMk/>
            <pc:sldMk cId="0" sldId="259"/>
            <ac:graphicFrameMk id="28" creationId="{28A5C23A-47F1-2948-66C2-DE084801C9C6}"/>
          </ac:graphicFrameMkLst>
        </pc:graphicFrameChg>
        <pc:graphicFrameChg chg="add del">
          <ac:chgData name="Aryan BHARGAV" userId="0a8e3c40d5635c01" providerId="LiveId" clId="{AC0C8780-81B9-4317-8036-AA7F8C27FA22}" dt="2025-08-04T08:19:19.723" v="436" actId="26606"/>
          <ac:graphicFrameMkLst>
            <pc:docMk/>
            <pc:sldMk cId="0" sldId="259"/>
            <ac:graphicFrameMk id="30" creationId="{F4CD53AB-0DC8-A1CD-3B17-385EF5EC9EA3}"/>
          </ac:graphicFrameMkLst>
        </pc:graphicFrameChg>
        <pc:picChg chg="add del">
          <ac:chgData name="Aryan BHARGAV" userId="0a8e3c40d5635c01" providerId="LiveId" clId="{AC0C8780-81B9-4317-8036-AA7F8C27FA22}" dt="2025-08-04T08:19:13.986" v="430" actId="26606"/>
          <ac:picMkLst>
            <pc:docMk/>
            <pc:sldMk cId="0" sldId="259"/>
            <ac:picMk id="7" creationId="{D8F24206-98E2-25B1-6B61-50C06687473F}"/>
          </ac:picMkLst>
        </pc:picChg>
        <pc:picChg chg="add del">
          <ac:chgData name="Aryan BHARGAV" userId="0a8e3c40d5635c01" providerId="LiveId" clId="{AC0C8780-81B9-4317-8036-AA7F8C27FA22}" dt="2025-08-04T08:19:15.681" v="432" actId="26606"/>
          <ac:picMkLst>
            <pc:docMk/>
            <pc:sldMk cId="0" sldId="259"/>
            <ac:picMk id="23" creationId="{2FD6ECBE-9D42-28B5-E68E-A896F246AF90}"/>
          </ac:picMkLst>
        </pc:picChg>
        <pc:picChg chg="add del">
          <ac:chgData name="Aryan BHARGAV" userId="0a8e3c40d5635c01" providerId="LiveId" clId="{AC0C8780-81B9-4317-8036-AA7F8C27FA22}" dt="2025-08-04T08:19:21.078" v="438" actId="26606"/>
          <ac:picMkLst>
            <pc:docMk/>
            <pc:sldMk cId="0" sldId="259"/>
            <ac:picMk id="33" creationId="{D8F24206-98E2-25B1-6B61-50C06687473F}"/>
          </ac:picMkLst>
        </pc:picChg>
        <pc:picChg chg="add mod">
          <ac:chgData name="Aryan BHARGAV" userId="0a8e3c40d5635c01" providerId="LiveId" clId="{AC0C8780-81B9-4317-8036-AA7F8C27FA22}" dt="2025-08-04T08:20:20.252" v="460" actId="26606"/>
          <ac:picMkLst>
            <pc:docMk/>
            <pc:sldMk cId="0" sldId="259"/>
            <ac:picMk id="40" creationId="{2FD6ECBE-9D42-28B5-E68E-A896F246AF90}"/>
          </ac:picMkLst>
        </pc:picChg>
      </pc:sldChg>
      <pc:sldChg chg="addSp delSp modSp mod setBg">
        <pc:chgData name="Aryan BHARGAV" userId="0a8e3c40d5635c01" providerId="LiveId" clId="{AC0C8780-81B9-4317-8036-AA7F8C27FA22}" dt="2025-08-04T08:19:00.632" v="424" actId="26606"/>
        <pc:sldMkLst>
          <pc:docMk/>
          <pc:sldMk cId="0" sldId="260"/>
        </pc:sldMkLst>
        <pc:spChg chg="mod">
          <ac:chgData name="Aryan BHARGAV" userId="0a8e3c40d5635c01" providerId="LiveId" clId="{AC0C8780-81B9-4317-8036-AA7F8C27FA22}" dt="2025-08-04T08:18:53.695" v="419" actId="26606"/>
          <ac:spMkLst>
            <pc:docMk/>
            <pc:sldMk cId="0" sldId="260"/>
            <ac:spMk id="2" creationId="{00000000-0000-0000-0000-000000000000}"/>
          </ac:spMkLst>
        </pc:spChg>
        <pc:spChg chg="add del mod">
          <ac:chgData name="Aryan BHARGAV" userId="0a8e3c40d5635c01" providerId="LiveId" clId="{AC0C8780-81B9-4317-8036-AA7F8C27FA22}" dt="2025-08-04T08:19:00.632" v="424" actId="26606"/>
          <ac:spMkLst>
            <pc:docMk/>
            <pc:sldMk cId="0" sldId="260"/>
            <ac:spMk id="3" creationId="{00000000-0000-0000-0000-000000000000}"/>
          </ac:spMkLst>
        </pc:spChg>
        <pc:spChg chg="add del">
          <ac:chgData name="Aryan BHARGAV" userId="0a8e3c40d5635c01" providerId="LiveId" clId="{AC0C8780-81B9-4317-8036-AA7F8C27FA22}" dt="2025-08-04T08:18:53.695" v="419" actId="26606"/>
          <ac:spMkLst>
            <pc:docMk/>
            <pc:sldMk cId="0" sldId="260"/>
            <ac:spMk id="9" creationId="{3FD711E9-7F79-40A9-8D9E-4AE293C154A5}"/>
          </ac:spMkLst>
        </pc:spChg>
        <pc:graphicFrameChg chg="add del">
          <ac:chgData name="Aryan BHARGAV" userId="0a8e3c40d5635c01" providerId="LiveId" clId="{AC0C8780-81B9-4317-8036-AA7F8C27FA22}" dt="2025-08-04T08:18:08.485" v="417"/>
          <ac:graphicFrameMkLst>
            <pc:docMk/>
            <pc:sldMk cId="0" sldId="260"/>
            <ac:graphicFrameMk id="4" creationId="{4253A8D9-3E6E-0503-4AC4-F6677665E1D5}"/>
          </ac:graphicFrameMkLst>
        </pc:graphicFrameChg>
        <pc:graphicFrameChg chg="add del">
          <ac:chgData name="Aryan BHARGAV" userId="0a8e3c40d5635c01" providerId="LiveId" clId="{AC0C8780-81B9-4317-8036-AA7F8C27FA22}" dt="2025-08-04T08:18:53.695" v="419" actId="26606"/>
          <ac:graphicFrameMkLst>
            <pc:docMk/>
            <pc:sldMk cId="0" sldId="260"/>
            <ac:graphicFrameMk id="5" creationId="{137D20F7-EC6F-C67E-CE58-49F055B3DFFE}"/>
          </ac:graphicFrameMkLst>
        </pc:graphicFrameChg>
        <pc:graphicFrameChg chg="add del">
          <ac:chgData name="Aryan BHARGAV" userId="0a8e3c40d5635c01" providerId="LiveId" clId="{AC0C8780-81B9-4317-8036-AA7F8C27FA22}" dt="2025-08-04T08:18:59.366" v="421" actId="26606"/>
          <ac:graphicFrameMkLst>
            <pc:docMk/>
            <pc:sldMk cId="0" sldId="260"/>
            <ac:graphicFrameMk id="11" creationId="{71D03E67-E36D-221A-EFB4-203317AF70F9}"/>
          </ac:graphicFrameMkLst>
        </pc:graphicFrameChg>
        <pc:graphicFrameChg chg="add del">
          <ac:chgData name="Aryan BHARGAV" userId="0a8e3c40d5635c01" providerId="LiveId" clId="{AC0C8780-81B9-4317-8036-AA7F8C27FA22}" dt="2025-08-04T08:19:00.583" v="423" actId="26606"/>
          <ac:graphicFrameMkLst>
            <pc:docMk/>
            <pc:sldMk cId="0" sldId="260"/>
            <ac:graphicFrameMk id="13" creationId="{AF811FEC-4F73-8925-7722-E134C3DE9DBA}"/>
          </ac:graphicFrameMkLst>
        </pc:graphicFrameChg>
        <pc:graphicFrameChg chg="add">
          <ac:chgData name="Aryan BHARGAV" userId="0a8e3c40d5635c01" providerId="LiveId" clId="{AC0C8780-81B9-4317-8036-AA7F8C27FA22}" dt="2025-08-04T08:19:00.632" v="424" actId="26606"/>
          <ac:graphicFrameMkLst>
            <pc:docMk/>
            <pc:sldMk cId="0" sldId="260"/>
            <ac:graphicFrameMk id="15" creationId="{71D03E67-E36D-221A-EFB4-203317AF70F9}"/>
          </ac:graphicFrameMkLst>
        </pc:graphicFrameChg>
      </pc:sldChg>
      <pc:sldChg chg="modSp del">
        <pc:chgData name="Aryan BHARGAV" userId="0a8e3c40d5635c01" providerId="LiveId" clId="{AC0C8780-81B9-4317-8036-AA7F8C27FA22}" dt="2025-08-04T09:13:36.667" v="522" actId="47"/>
        <pc:sldMkLst>
          <pc:docMk/>
          <pc:sldMk cId="0" sldId="261"/>
        </pc:sldMkLst>
        <pc:spChg chg="mod">
          <ac:chgData name="Aryan BHARGAV" userId="0a8e3c40d5635c01" providerId="LiveId" clId="{AC0C8780-81B9-4317-8036-AA7F8C27FA22}" dt="2025-08-04T08:06:05.393" v="204"/>
          <ac:spMkLst>
            <pc:docMk/>
            <pc:sldMk cId="0" sldId="261"/>
            <ac:spMk id="2" creationId="{00000000-0000-0000-0000-000000000000}"/>
          </ac:spMkLst>
        </pc:spChg>
        <pc:spChg chg="mod">
          <ac:chgData name="Aryan BHARGAV" userId="0a8e3c40d5635c01" providerId="LiveId" clId="{AC0C8780-81B9-4317-8036-AA7F8C27FA22}" dt="2025-08-04T08:06:05.393" v="204"/>
          <ac:spMkLst>
            <pc:docMk/>
            <pc:sldMk cId="0" sldId="261"/>
            <ac:spMk id="3" creationId="{00000000-0000-0000-0000-000000000000}"/>
          </ac:spMkLst>
        </pc:spChg>
      </pc:sldChg>
      <pc:sldChg chg="modSp del">
        <pc:chgData name="Aryan BHARGAV" userId="0a8e3c40d5635c01" providerId="LiveId" clId="{AC0C8780-81B9-4317-8036-AA7F8C27FA22}" dt="2025-08-04T09:13:37.332" v="523" actId="47"/>
        <pc:sldMkLst>
          <pc:docMk/>
          <pc:sldMk cId="0" sldId="262"/>
        </pc:sldMkLst>
        <pc:spChg chg="mod">
          <ac:chgData name="Aryan BHARGAV" userId="0a8e3c40d5635c01" providerId="LiveId" clId="{AC0C8780-81B9-4317-8036-AA7F8C27FA22}" dt="2025-08-04T08:06:05.393" v="204"/>
          <ac:spMkLst>
            <pc:docMk/>
            <pc:sldMk cId="0" sldId="262"/>
            <ac:spMk id="2" creationId="{00000000-0000-0000-0000-000000000000}"/>
          </ac:spMkLst>
        </pc:spChg>
        <pc:spChg chg="mod">
          <ac:chgData name="Aryan BHARGAV" userId="0a8e3c40d5635c01" providerId="LiveId" clId="{AC0C8780-81B9-4317-8036-AA7F8C27FA22}" dt="2025-08-04T08:06:05.393" v="204"/>
          <ac:spMkLst>
            <pc:docMk/>
            <pc:sldMk cId="0" sldId="262"/>
            <ac:spMk id="3" creationId="{00000000-0000-0000-0000-000000000000}"/>
          </ac:spMkLst>
        </pc:spChg>
      </pc:sldChg>
      <pc:sldChg chg="modSp del">
        <pc:chgData name="Aryan BHARGAV" userId="0a8e3c40d5635c01" providerId="LiveId" clId="{AC0C8780-81B9-4317-8036-AA7F8C27FA22}" dt="2025-08-04T09:13:37.931" v="524" actId="47"/>
        <pc:sldMkLst>
          <pc:docMk/>
          <pc:sldMk cId="0" sldId="263"/>
        </pc:sldMkLst>
        <pc:spChg chg="mod">
          <ac:chgData name="Aryan BHARGAV" userId="0a8e3c40d5635c01" providerId="LiveId" clId="{AC0C8780-81B9-4317-8036-AA7F8C27FA22}" dt="2025-08-04T08:06:05.393" v="204"/>
          <ac:spMkLst>
            <pc:docMk/>
            <pc:sldMk cId="0" sldId="263"/>
            <ac:spMk id="2" creationId="{00000000-0000-0000-0000-000000000000}"/>
          </ac:spMkLst>
        </pc:spChg>
        <pc:spChg chg="mod">
          <ac:chgData name="Aryan BHARGAV" userId="0a8e3c40d5635c01" providerId="LiveId" clId="{AC0C8780-81B9-4317-8036-AA7F8C27FA22}" dt="2025-08-04T08:06:05.393" v="204"/>
          <ac:spMkLst>
            <pc:docMk/>
            <pc:sldMk cId="0" sldId="263"/>
            <ac:spMk id="3" creationId="{00000000-0000-0000-0000-000000000000}"/>
          </ac:spMkLst>
        </pc:spChg>
      </pc:sldChg>
      <pc:sldChg chg="modSp del">
        <pc:chgData name="Aryan BHARGAV" userId="0a8e3c40d5635c01" providerId="LiveId" clId="{AC0C8780-81B9-4317-8036-AA7F8C27FA22}" dt="2025-08-04T09:13:39.648" v="525" actId="47"/>
        <pc:sldMkLst>
          <pc:docMk/>
          <pc:sldMk cId="0" sldId="264"/>
        </pc:sldMkLst>
        <pc:spChg chg="mod">
          <ac:chgData name="Aryan BHARGAV" userId="0a8e3c40d5635c01" providerId="LiveId" clId="{AC0C8780-81B9-4317-8036-AA7F8C27FA22}" dt="2025-08-04T08:06:05.393" v="204"/>
          <ac:spMkLst>
            <pc:docMk/>
            <pc:sldMk cId="0" sldId="264"/>
            <ac:spMk id="2" creationId="{00000000-0000-0000-0000-000000000000}"/>
          </ac:spMkLst>
        </pc:spChg>
        <pc:spChg chg="mod">
          <ac:chgData name="Aryan BHARGAV" userId="0a8e3c40d5635c01" providerId="LiveId" clId="{AC0C8780-81B9-4317-8036-AA7F8C27FA22}" dt="2025-08-04T08:06:05.393" v="204"/>
          <ac:spMkLst>
            <pc:docMk/>
            <pc:sldMk cId="0" sldId="264"/>
            <ac:spMk id="3" creationId="{00000000-0000-0000-0000-000000000000}"/>
          </ac:spMkLst>
        </pc:spChg>
      </pc:sldChg>
      <pc:sldChg chg="modSp del">
        <pc:chgData name="Aryan BHARGAV" userId="0a8e3c40d5635c01" providerId="LiveId" clId="{AC0C8780-81B9-4317-8036-AA7F8C27FA22}" dt="2025-08-04T09:13:40.607" v="526" actId="47"/>
        <pc:sldMkLst>
          <pc:docMk/>
          <pc:sldMk cId="0" sldId="265"/>
        </pc:sldMkLst>
        <pc:spChg chg="mod">
          <ac:chgData name="Aryan BHARGAV" userId="0a8e3c40d5635c01" providerId="LiveId" clId="{AC0C8780-81B9-4317-8036-AA7F8C27FA22}" dt="2025-08-04T08:06:05.393" v="204"/>
          <ac:spMkLst>
            <pc:docMk/>
            <pc:sldMk cId="0" sldId="265"/>
            <ac:spMk id="2" creationId="{00000000-0000-0000-0000-000000000000}"/>
          </ac:spMkLst>
        </pc:spChg>
        <pc:spChg chg="mod">
          <ac:chgData name="Aryan BHARGAV" userId="0a8e3c40d5635c01" providerId="LiveId" clId="{AC0C8780-81B9-4317-8036-AA7F8C27FA22}" dt="2025-08-04T08:06:05.393" v="204"/>
          <ac:spMkLst>
            <pc:docMk/>
            <pc:sldMk cId="0" sldId="265"/>
            <ac:spMk id="3" creationId="{00000000-0000-0000-0000-000000000000}"/>
          </ac:spMkLst>
        </pc:spChg>
      </pc:sldChg>
      <pc:sldChg chg="modSp mod">
        <pc:chgData name="Aryan BHARGAV" userId="0a8e3c40d5635c01" providerId="LiveId" clId="{AC0C8780-81B9-4317-8036-AA7F8C27FA22}" dt="2025-08-04T09:23:10.760" v="598" actId="113"/>
        <pc:sldMkLst>
          <pc:docMk/>
          <pc:sldMk cId="0" sldId="266"/>
        </pc:sldMkLst>
        <pc:spChg chg="mod">
          <ac:chgData name="Aryan BHARGAV" userId="0a8e3c40d5635c01" providerId="LiveId" clId="{AC0C8780-81B9-4317-8036-AA7F8C27FA22}" dt="2025-08-04T09:23:10.760" v="598" actId="113"/>
          <ac:spMkLst>
            <pc:docMk/>
            <pc:sldMk cId="0" sldId="266"/>
            <ac:spMk id="2" creationId="{00000000-0000-0000-0000-000000000000}"/>
          </ac:spMkLst>
        </pc:spChg>
        <pc:spChg chg="mod">
          <ac:chgData name="Aryan BHARGAV" userId="0a8e3c40d5635c01" providerId="LiveId" clId="{AC0C8780-81B9-4317-8036-AA7F8C27FA22}" dt="2025-08-04T09:16:40.053" v="583" actId="2711"/>
          <ac:spMkLst>
            <pc:docMk/>
            <pc:sldMk cId="0" sldId="266"/>
            <ac:spMk id="3" creationId="{00000000-0000-0000-0000-000000000000}"/>
          </ac:spMkLst>
        </pc:spChg>
      </pc:sldChg>
      <pc:sldChg chg="addSp delSp modSp mod">
        <pc:chgData name="Aryan BHARGAV" userId="0a8e3c40d5635c01" providerId="LiveId" clId="{AC0C8780-81B9-4317-8036-AA7F8C27FA22}" dt="2025-08-04T09:25:40.003" v="626" actId="123"/>
        <pc:sldMkLst>
          <pc:docMk/>
          <pc:sldMk cId="0" sldId="267"/>
        </pc:sldMkLst>
        <pc:spChg chg="mod">
          <ac:chgData name="Aryan BHARGAV" userId="0a8e3c40d5635c01" providerId="LiveId" clId="{AC0C8780-81B9-4317-8036-AA7F8C27FA22}" dt="2025-08-04T09:25:31.592" v="623" actId="20577"/>
          <ac:spMkLst>
            <pc:docMk/>
            <pc:sldMk cId="0" sldId="267"/>
            <ac:spMk id="2" creationId="{00000000-0000-0000-0000-000000000000}"/>
          </ac:spMkLst>
        </pc:spChg>
        <pc:spChg chg="add del mod">
          <ac:chgData name="Aryan BHARGAV" userId="0a8e3c40d5635c01" providerId="LiveId" clId="{AC0C8780-81B9-4317-8036-AA7F8C27FA22}" dt="2025-08-04T09:24:30.517" v="602"/>
          <ac:spMkLst>
            <pc:docMk/>
            <pc:sldMk cId="0" sldId="267"/>
            <ac:spMk id="3" creationId="{00000000-0000-0000-0000-000000000000}"/>
          </ac:spMkLst>
        </pc:spChg>
        <pc:spChg chg="add mod">
          <ac:chgData name="Aryan BHARGAV" userId="0a8e3c40d5635c01" providerId="LiveId" clId="{AC0C8780-81B9-4317-8036-AA7F8C27FA22}" dt="2025-08-04T09:24:19.595" v="601"/>
          <ac:spMkLst>
            <pc:docMk/>
            <pc:sldMk cId="0" sldId="267"/>
            <ac:spMk id="4" creationId="{08EF8C79-8A3B-0239-9D90-4379584BC415}"/>
          </ac:spMkLst>
        </pc:spChg>
        <pc:spChg chg="add mod">
          <ac:chgData name="Aryan BHARGAV" userId="0a8e3c40d5635c01" providerId="LiveId" clId="{AC0C8780-81B9-4317-8036-AA7F8C27FA22}" dt="2025-08-04T09:25:40.003" v="626" actId="123"/>
          <ac:spMkLst>
            <pc:docMk/>
            <pc:sldMk cId="0" sldId="267"/>
            <ac:spMk id="5" creationId="{3D7C7DA6-5556-CFAB-80A6-16BA9586A0DF}"/>
          </ac:spMkLst>
        </pc:spChg>
      </pc:sldChg>
      <pc:sldChg chg="addSp delSp modSp mod setBg">
        <pc:chgData name="Aryan BHARGAV" userId="0a8e3c40d5635c01" providerId="LiveId" clId="{AC0C8780-81B9-4317-8036-AA7F8C27FA22}" dt="2025-08-04T09:33:36.339" v="652" actId="14100"/>
        <pc:sldMkLst>
          <pc:docMk/>
          <pc:sldMk cId="0" sldId="268"/>
        </pc:sldMkLst>
        <pc:spChg chg="mod">
          <ac:chgData name="Aryan BHARGAV" userId="0a8e3c40d5635c01" providerId="LiveId" clId="{AC0C8780-81B9-4317-8036-AA7F8C27FA22}" dt="2025-08-04T09:33:13.423" v="635" actId="14100"/>
          <ac:spMkLst>
            <pc:docMk/>
            <pc:sldMk cId="0" sldId="268"/>
            <ac:spMk id="2" creationId="{00000000-0000-0000-0000-000000000000}"/>
          </ac:spMkLst>
        </pc:spChg>
        <pc:spChg chg="mod ord">
          <ac:chgData name="Aryan BHARGAV" userId="0a8e3c40d5635c01" providerId="LiveId" clId="{AC0C8780-81B9-4317-8036-AA7F8C27FA22}" dt="2025-08-04T09:33:24.497" v="648" actId="26606"/>
          <ac:spMkLst>
            <pc:docMk/>
            <pc:sldMk cId="0" sldId="268"/>
            <ac:spMk id="3" creationId="{00000000-0000-0000-0000-000000000000}"/>
          </ac:spMkLst>
        </pc:spChg>
        <pc:spChg chg="add del">
          <ac:chgData name="Aryan BHARGAV" userId="0a8e3c40d5635c01" providerId="LiveId" clId="{AC0C8780-81B9-4317-8036-AA7F8C27FA22}" dt="2025-08-04T09:33:24.497" v="648" actId="26606"/>
          <ac:spMkLst>
            <pc:docMk/>
            <pc:sldMk cId="0" sldId="268"/>
            <ac:spMk id="10" creationId="{E009DD9B-5EE2-4C0D-8B2B-351C8C102205}"/>
          </ac:spMkLst>
        </pc:spChg>
        <pc:spChg chg="add del">
          <ac:chgData name="Aryan BHARGAV" userId="0a8e3c40d5635c01" providerId="LiveId" clId="{AC0C8780-81B9-4317-8036-AA7F8C27FA22}" dt="2025-08-04T09:33:24.497" v="648" actId="26606"/>
          <ac:spMkLst>
            <pc:docMk/>
            <pc:sldMk cId="0" sldId="268"/>
            <ac:spMk id="12" creationId="{E720DB99-7745-4E75-9D96-AAB6D55C531E}"/>
          </ac:spMkLst>
        </pc:spChg>
        <pc:spChg chg="add del">
          <ac:chgData name="Aryan BHARGAV" userId="0a8e3c40d5635c01" providerId="LiveId" clId="{AC0C8780-81B9-4317-8036-AA7F8C27FA22}" dt="2025-08-04T09:33:24.497" v="648" actId="26606"/>
          <ac:spMkLst>
            <pc:docMk/>
            <pc:sldMk cId="0" sldId="268"/>
            <ac:spMk id="14" creationId="{D68803C4-E159-4360-B7BB-74205C8F782D}"/>
          </ac:spMkLst>
        </pc:spChg>
        <pc:spChg chg="add del">
          <ac:chgData name="Aryan BHARGAV" userId="0a8e3c40d5635c01" providerId="LiveId" clId="{AC0C8780-81B9-4317-8036-AA7F8C27FA22}" dt="2025-08-04T09:33:24.497" v="648" actId="26606"/>
          <ac:spMkLst>
            <pc:docMk/>
            <pc:sldMk cId="0" sldId="268"/>
            <ac:spMk id="16" creationId="{504B0465-3B07-49BF-BEA7-D81476246293}"/>
          </ac:spMkLst>
        </pc:spChg>
        <pc:spChg chg="add del">
          <ac:chgData name="Aryan BHARGAV" userId="0a8e3c40d5635c01" providerId="LiveId" clId="{AC0C8780-81B9-4317-8036-AA7F8C27FA22}" dt="2025-08-04T09:33:24.497" v="648" actId="26606"/>
          <ac:spMkLst>
            <pc:docMk/>
            <pc:sldMk cId="0" sldId="268"/>
            <ac:spMk id="18" creationId="{49B7FFA5-14CB-4A4F-9BCC-CA3AA5D9D276}"/>
          </ac:spMkLst>
        </pc:spChg>
        <pc:spChg chg="add del">
          <ac:chgData name="Aryan BHARGAV" userId="0a8e3c40d5635c01" providerId="LiveId" clId="{AC0C8780-81B9-4317-8036-AA7F8C27FA22}" dt="2025-08-04T09:33:24.497" v="648" actId="26606"/>
          <ac:spMkLst>
            <pc:docMk/>
            <pc:sldMk cId="0" sldId="268"/>
            <ac:spMk id="20" creationId="{04E48745-7512-4EC2-9E20-9092D12150CA}"/>
          </ac:spMkLst>
        </pc:spChg>
        <pc:picChg chg="add mod ord">
          <ac:chgData name="Aryan BHARGAV" userId="0a8e3c40d5635c01" providerId="LiveId" clId="{AC0C8780-81B9-4317-8036-AA7F8C27FA22}" dt="2025-08-04T09:33:36.339" v="652" actId="14100"/>
          <ac:picMkLst>
            <pc:docMk/>
            <pc:sldMk cId="0" sldId="268"/>
            <ac:picMk id="5" creationId="{6669E6BC-B550-A659-255E-DE98CB15D228}"/>
          </ac:picMkLst>
        </pc:picChg>
      </pc:sldChg>
      <pc:sldChg chg="addSp delSp modSp mod setBg">
        <pc:chgData name="Aryan BHARGAV" userId="0a8e3c40d5635c01" providerId="LiveId" clId="{AC0C8780-81B9-4317-8036-AA7F8C27FA22}" dt="2025-08-04T09:40:50.187" v="723" actId="14100"/>
        <pc:sldMkLst>
          <pc:docMk/>
          <pc:sldMk cId="0" sldId="269"/>
        </pc:sldMkLst>
        <pc:spChg chg="mod">
          <ac:chgData name="Aryan BHARGAV" userId="0a8e3c40d5635c01" providerId="LiveId" clId="{AC0C8780-81B9-4317-8036-AA7F8C27FA22}" dt="2025-08-04T09:39:44.558" v="700" actId="26606"/>
          <ac:spMkLst>
            <pc:docMk/>
            <pc:sldMk cId="0" sldId="269"/>
            <ac:spMk id="2" creationId="{00000000-0000-0000-0000-000000000000}"/>
          </ac:spMkLst>
        </pc:spChg>
        <pc:spChg chg="mod ord">
          <ac:chgData name="Aryan BHARGAV" userId="0a8e3c40d5635c01" providerId="LiveId" clId="{AC0C8780-81B9-4317-8036-AA7F8C27FA22}" dt="2025-08-04T09:40:42.979" v="710" actId="5793"/>
          <ac:spMkLst>
            <pc:docMk/>
            <pc:sldMk cId="0" sldId="269"/>
            <ac:spMk id="3" creationId="{00000000-0000-0000-0000-000000000000}"/>
          </ac:spMkLst>
        </pc:spChg>
        <pc:spChg chg="add del">
          <ac:chgData name="Aryan BHARGAV" userId="0a8e3c40d5635c01" providerId="LiveId" clId="{AC0C8780-81B9-4317-8036-AA7F8C27FA22}" dt="2025-08-04T09:39:02.214" v="660" actId="26606"/>
          <ac:spMkLst>
            <pc:docMk/>
            <pc:sldMk cId="0" sldId="269"/>
            <ac:spMk id="12" creationId="{04C6A80A-C3F4-48DE-80ED-845C8B3E13D1}"/>
          </ac:spMkLst>
        </pc:spChg>
        <pc:spChg chg="add del">
          <ac:chgData name="Aryan BHARGAV" userId="0a8e3c40d5635c01" providerId="LiveId" clId="{AC0C8780-81B9-4317-8036-AA7F8C27FA22}" dt="2025-08-04T09:39:44.558" v="700" actId="26606"/>
          <ac:spMkLst>
            <pc:docMk/>
            <pc:sldMk cId="0" sldId="269"/>
            <ac:spMk id="18" creationId="{504B0465-3B07-49BF-BEA7-D81476246293}"/>
          </ac:spMkLst>
        </pc:spChg>
        <pc:spChg chg="add del">
          <ac:chgData name="Aryan BHARGAV" userId="0a8e3c40d5635c01" providerId="LiveId" clId="{AC0C8780-81B9-4317-8036-AA7F8C27FA22}" dt="2025-08-04T09:39:44.558" v="700" actId="26606"/>
          <ac:spMkLst>
            <pc:docMk/>
            <pc:sldMk cId="0" sldId="269"/>
            <ac:spMk id="19" creationId="{E009DD9B-5EE2-4C0D-8B2B-351C8C102205}"/>
          </ac:spMkLst>
        </pc:spChg>
        <pc:spChg chg="add del">
          <ac:chgData name="Aryan BHARGAV" userId="0a8e3c40d5635c01" providerId="LiveId" clId="{AC0C8780-81B9-4317-8036-AA7F8C27FA22}" dt="2025-08-04T09:39:44.558" v="700" actId="26606"/>
          <ac:spMkLst>
            <pc:docMk/>
            <pc:sldMk cId="0" sldId="269"/>
            <ac:spMk id="20" creationId="{49B7FFA5-14CB-4A4F-9BCC-CA3AA5D9D276}"/>
          </ac:spMkLst>
        </pc:spChg>
        <pc:spChg chg="add del">
          <ac:chgData name="Aryan BHARGAV" userId="0a8e3c40d5635c01" providerId="LiveId" clId="{AC0C8780-81B9-4317-8036-AA7F8C27FA22}" dt="2025-08-04T09:39:44.558" v="700" actId="26606"/>
          <ac:spMkLst>
            <pc:docMk/>
            <pc:sldMk cId="0" sldId="269"/>
            <ac:spMk id="21" creationId="{E720DB99-7745-4E75-9D96-AAB6D55C531E}"/>
          </ac:spMkLst>
        </pc:spChg>
        <pc:spChg chg="add del">
          <ac:chgData name="Aryan BHARGAV" userId="0a8e3c40d5635c01" providerId="LiveId" clId="{AC0C8780-81B9-4317-8036-AA7F8C27FA22}" dt="2025-08-04T09:39:44.558" v="700" actId="26606"/>
          <ac:spMkLst>
            <pc:docMk/>
            <pc:sldMk cId="0" sldId="269"/>
            <ac:spMk id="22" creationId="{04E48745-7512-4EC2-9E20-9092D12150CA}"/>
          </ac:spMkLst>
        </pc:spChg>
        <pc:spChg chg="add del">
          <ac:chgData name="Aryan BHARGAV" userId="0a8e3c40d5635c01" providerId="LiveId" clId="{AC0C8780-81B9-4317-8036-AA7F8C27FA22}" dt="2025-08-04T09:39:44.558" v="700" actId="26606"/>
          <ac:spMkLst>
            <pc:docMk/>
            <pc:sldMk cId="0" sldId="269"/>
            <ac:spMk id="23" creationId="{D68803C4-E159-4360-B7BB-74205C8F782D}"/>
          </ac:spMkLst>
        </pc:spChg>
        <pc:spChg chg="add del">
          <ac:chgData name="Aryan BHARGAV" userId="0a8e3c40d5635c01" providerId="LiveId" clId="{AC0C8780-81B9-4317-8036-AA7F8C27FA22}" dt="2025-08-04T09:39:24.702" v="680" actId="26606"/>
          <ac:spMkLst>
            <pc:docMk/>
            <pc:sldMk cId="0" sldId="269"/>
            <ac:spMk id="28" creationId="{881BB01C-2DAE-48BD-8E81-DAE2E1BC4DA8}"/>
          </ac:spMkLst>
        </pc:spChg>
        <pc:spChg chg="add del">
          <ac:chgData name="Aryan BHARGAV" userId="0a8e3c40d5635c01" providerId="LiveId" clId="{AC0C8780-81B9-4317-8036-AA7F8C27FA22}" dt="2025-08-04T09:39:40.287" v="682" actId="26606"/>
          <ac:spMkLst>
            <pc:docMk/>
            <pc:sldMk cId="0" sldId="269"/>
            <ac:spMk id="34" creationId="{B16070FD-9EB8-4AC8-A8E2-267228385B79}"/>
          </ac:spMkLst>
        </pc:spChg>
        <pc:grpChg chg="add del">
          <ac:chgData name="Aryan BHARGAV" userId="0a8e3c40d5635c01" providerId="LiveId" clId="{AC0C8780-81B9-4317-8036-AA7F8C27FA22}" dt="2025-08-04T09:39:02.214" v="660" actId="26606"/>
          <ac:grpSpMkLst>
            <pc:docMk/>
            <pc:sldMk cId="0" sldId="269"/>
            <ac:grpSpMk id="14" creationId="{9E2417C7-A82F-44F7-A96F-B751F3302F1B}"/>
          </ac:grpSpMkLst>
        </pc:grpChg>
        <pc:picChg chg="add del mod ord">
          <ac:chgData name="Aryan BHARGAV" userId="0a8e3c40d5635c01" providerId="LiveId" clId="{AC0C8780-81B9-4317-8036-AA7F8C27FA22}" dt="2025-08-04T09:39:52.732" v="702" actId="478"/>
          <ac:picMkLst>
            <pc:docMk/>
            <pc:sldMk cId="0" sldId="269"/>
            <ac:picMk id="5" creationId="{EB953DD9-EA11-B1EF-3CF2-49B41ACF59CC}"/>
          </ac:picMkLst>
        </pc:picChg>
        <pc:picChg chg="add del mod ord">
          <ac:chgData name="Aryan BHARGAV" userId="0a8e3c40d5635c01" providerId="LiveId" clId="{AC0C8780-81B9-4317-8036-AA7F8C27FA22}" dt="2025-08-04T09:39:44.760" v="701" actId="22"/>
          <ac:picMkLst>
            <pc:docMk/>
            <pc:sldMk cId="0" sldId="269"/>
            <ac:picMk id="7" creationId="{2FC6BDF9-B723-FAEA-F2A5-C0A633B2256A}"/>
          </ac:picMkLst>
        </pc:picChg>
        <pc:picChg chg="add del mod">
          <ac:chgData name="Aryan BHARGAV" userId="0a8e3c40d5635c01" providerId="LiveId" clId="{AC0C8780-81B9-4317-8036-AA7F8C27FA22}" dt="2025-08-04T09:40:37.944" v="708" actId="478"/>
          <ac:picMkLst>
            <pc:docMk/>
            <pc:sldMk cId="0" sldId="269"/>
            <ac:picMk id="9" creationId="{CCC28503-6E12-F13B-7658-C7CA246020A2}"/>
          </ac:picMkLst>
        </pc:picChg>
        <pc:picChg chg="add mod">
          <ac:chgData name="Aryan BHARGAV" userId="0a8e3c40d5635c01" providerId="LiveId" clId="{AC0C8780-81B9-4317-8036-AA7F8C27FA22}" dt="2025-08-04T09:40:50.187" v="723" actId="14100"/>
          <ac:picMkLst>
            <pc:docMk/>
            <pc:sldMk cId="0" sldId="269"/>
            <ac:picMk id="11" creationId="{CAAD7F59-3F9B-9159-A9DC-12F9B2CD822B}"/>
          </ac:picMkLst>
        </pc:picChg>
      </pc:sldChg>
      <pc:sldChg chg="addSp delSp modSp mod">
        <pc:chgData name="Aryan BHARGAV" userId="0a8e3c40d5635c01" providerId="LiveId" clId="{AC0C8780-81B9-4317-8036-AA7F8C27FA22}" dt="2025-08-04T09:42:57.450" v="832" actId="1076"/>
        <pc:sldMkLst>
          <pc:docMk/>
          <pc:sldMk cId="0" sldId="270"/>
        </pc:sldMkLst>
        <pc:spChg chg="del mod">
          <ac:chgData name="Aryan BHARGAV" userId="0a8e3c40d5635c01" providerId="LiveId" clId="{AC0C8780-81B9-4317-8036-AA7F8C27FA22}" dt="2025-08-04T09:42:51.189" v="829" actId="478"/>
          <ac:spMkLst>
            <pc:docMk/>
            <pc:sldMk cId="0" sldId="270"/>
            <ac:spMk id="2" creationId="{00000000-0000-0000-0000-000000000000}"/>
          </ac:spMkLst>
        </pc:spChg>
        <pc:spChg chg="mod">
          <ac:chgData name="Aryan BHARGAV" userId="0a8e3c40d5635c01" providerId="LiveId" clId="{AC0C8780-81B9-4317-8036-AA7F8C27FA22}" dt="2025-08-04T09:42:56.043" v="831" actId="14100"/>
          <ac:spMkLst>
            <pc:docMk/>
            <pc:sldMk cId="0" sldId="270"/>
            <ac:spMk id="3" creationId="{00000000-0000-0000-0000-000000000000}"/>
          </ac:spMkLst>
        </pc:spChg>
        <pc:picChg chg="add mod">
          <ac:chgData name="Aryan BHARGAV" userId="0a8e3c40d5635c01" providerId="LiveId" clId="{AC0C8780-81B9-4317-8036-AA7F8C27FA22}" dt="2025-08-04T09:42:57.450" v="832" actId="1076"/>
          <ac:picMkLst>
            <pc:docMk/>
            <pc:sldMk cId="0" sldId="270"/>
            <ac:picMk id="5" creationId="{3CD71A86-3EBC-F381-E267-9206D51C4224}"/>
          </ac:picMkLst>
        </pc:picChg>
      </pc:sldChg>
      <pc:sldChg chg="modSp">
        <pc:chgData name="Aryan BHARGAV" userId="0a8e3c40d5635c01" providerId="LiveId" clId="{AC0C8780-81B9-4317-8036-AA7F8C27FA22}" dt="2025-08-04T08:06:05.393" v="204"/>
        <pc:sldMkLst>
          <pc:docMk/>
          <pc:sldMk cId="0" sldId="271"/>
        </pc:sldMkLst>
        <pc:spChg chg="mod">
          <ac:chgData name="Aryan BHARGAV" userId="0a8e3c40d5635c01" providerId="LiveId" clId="{AC0C8780-81B9-4317-8036-AA7F8C27FA22}" dt="2025-08-04T08:06:05.393" v="204"/>
          <ac:spMkLst>
            <pc:docMk/>
            <pc:sldMk cId="0" sldId="271"/>
            <ac:spMk id="2" creationId="{00000000-0000-0000-0000-000000000000}"/>
          </ac:spMkLst>
        </pc:spChg>
        <pc:spChg chg="mod">
          <ac:chgData name="Aryan BHARGAV" userId="0a8e3c40d5635c01" providerId="LiveId" clId="{AC0C8780-81B9-4317-8036-AA7F8C27FA22}" dt="2025-08-04T08:06:05.393" v="204"/>
          <ac:spMkLst>
            <pc:docMk/>
            <pc:sldMk cId="0" sldId="271"/>
            <ac:spMk id="3" creationId="{00000000-0000-0000-0000-000000000000}"/>
          </ac:spMkLst>
        </pc:spChg>
      </pc:sldChg>
      <pc:sldChg chg="modSp">
        <pc:chgData name="Aryan BHARGAV" userId="0a8e3c40d5635c01" providerId="LiveId" clId="{AC0C8780-81B9-4317-8036-AA7F8C27FA22}" dt="2025-08-04T08:06:05.393" v="204"/>
        <pc:sldMkLst>
          <pc:docMk/>
          <pc:sldMk cId="0" sldId="272"/>
        </pc:sldMkLst>
        <pc:spChg chg="mod">
          <ac:chgData name="Aryan BHARGAV" userId="0a8e3c40d5635c01" providerId="LiveId" clId="{AC0C8780-81B9-4317-8036-AA7F8C27FA22}" dt="2025-08-04T08:06:05.393" v="204"/>
          <ac:spMkLst>
            <pc:docMk/>
            <pc:sldMk cId="0" sldId="272"/>
            <ac:spMk id="2" creationId="{00000000-0000-0000-0000-000000000000}"/>
          </ac:spMkLst>
        </pc:spChg>
        <pc:spChg chg="mod">
          <ac:chgData name="Aryan BHARGAV" userId="0a8e3c40d5635c01" providerId="LiveId" clId="{AC0C8780-81B9-4317-8036-AA7F8C27FA22}" dt="2025-08-04T08:06:05.393" v="204"/>
          <ac:spMkLst>
            <pc:docMk/>
            <pc:sldMk cId="0" sldId="272"/>
            <ac:spMk id="3" creationId="{00000000-0000-0000-0000-000000000000}"/>
          </ac:spMkLst>
        </pc:spChg>
      </pc:sldChg>
      <pc:sldChg chg="addSp delSp modSp new mod setBg setClrOvrMap">
        <pc:chgData name="Aryan BHARGAV" userId="0a8e3c40d5635c01" providerId="LiveId" clId="{AC0C8780-81B9-4317-8036-AA7F8C27FA22}" dt="2025-08-04T08:24:15.517" v="521" actId="12"/>
        <pc:sldMkLst>
          <pc:docMk/>
          <pc:sldMk cId="4199006723" sldId="273"/>
        </pc:sldMkLst>
        <pc:spChg chg="del mod">
          <ac:chgData name="Aryan BHARGAV" userId="0a8e3c40d5635c01" providerId="LiveId" clId="{AC0C8780-81B9-4317-8036-AA7F8C27FA22}" dt="2025-08-04T08:14:30.709" v="373" actId="478"/>
          <ac:spMkLst>
            <pc:docMk/>
            <pc:sldMk cId="4199006723" sldId="273"/>
            <ac:spMk id="2" creationId="{CE732927-F5BA-7A1E-93C1-F563D562FE57}"/>
          </ac:spMkLst>
        </pc:spChg>
        <pc:spChg chg="add del mod">
          <ac:chgData name="Aryan BHARGAV" userId="0a8e3c40d5635c01" providerId="LiveId" clId="{AC0C8780-81B9-4317-8036-AA7F8C27FA22}" dt="2025-08-04T08:20:11.003" v="458" actId="26606"/>
          <ac:spMkLst>
            <pc:docMk/>
            <pc:sldMk cId="4199006723" sldId="273"/>
            <ac:spMk id="3" creationId="{578BE8CD-3373-252C-9B4E-D02B9B2595FF}"/>
          </ac:spMkLst>
        </pc:spChg>
        <pc:spChg chg="add mod">
          <ac:chgData name="Aryan BHARGAV" userId="0a8e3c40d5635c01" providerId="LiveId" clId="{AC0C8780-81B9-4317-8036-AA7F8C27FA22}" dt="2025-08-04T08:14:55.572" v="379"/>
          <ac:spMkLst>
            <pc:docMk/>
            <pc:sldMk cId="4199006723" sldId="273"/>
            <ac:spMk id="4" creationId="{D368F9F8-A5EC-6428-B01F-588F282F1AB0}"/>
          </ac:spMkLst>
        </pc:spChg>
        <pc:spChg chg="add">
          <ac:chgData name="Aryan BHARGAV" userId="0a8e3c40d5635c01" providerId="LiveId" clId="{AC0C8780-81B9-4317-8036-AA7F8C27FA22}" dt="2025-08-04T08:15:25.241" v="386"/>
          <ac:spMkLst>
            <pc:docMk/>
            <pc:sldMk cId="4199006723" sldId="273"/>
            <ac:spMk id="5" creationId="{21E1C54C-E00B-1A15-2ADA-4186F269CB9E}"/>
          </ac:spMkLst>
        </pc:spChg>
        <pc:spChg chg="add del">
          <ac:chgData name="Aryan BHARGAV" userId="0a8e3c40d5635c01" providerId="LiveId" clId="{AC0C8780-81B9-4317-8036-AA7F8C27FA22}" dt="2025-08-04T08:19:43.499" v="443" actId="26606"/>
          <ac:spMkLst>
            <pc:docMk/>
            <pc:sldMk cId="4199006723" sldId="273"/>
            <ac:spMk id="10" creationId="{F3AF35CD-DA30-4E34-B0F3-32C27766DA05}"/>
          </ac:spMkLst>
        </pc:spChg>
        <pc:spChg chg="add del">
          <ac:chgData name="Aryan BHARGAV" userId="0a8e3c40d5635c01" providerId="LiveId" clId="{AC0C8780-81B9-4317-8036-AA7F8C27FA22}" dt="2025-08-04T08:19:49.324" v="445" actId="26606"/>
          <ac:spMkLst>
            <pc:docMk/>
            <pc:sldMk cId="4199006723" sldId="273"/>
            <ac:spMk id="16" creationId="{F3AF35CD-DA30-4E34-B0F3-32C27766DA05}"/>
          </ac:spMkLst>
        </pc:spChg>
        <pc:spChg chg="add del">
          <ac:chgData name="Aryan BHARGAV" userId="0a8e3c40d5635c01" providerId="LiveId" clId="{AC0C8780-81B9-4317-8036-AA7F8C27FA22}" dt="2025-08-04T08:19:50.698" v="447" actId="26606"/>
          <ac:spMkLst>
            <pc:docMk/>
            <pc:sldMk cId="4199006723" sldId="273"/>
            <ac:spMk id="22" creationId="{F3AF35CD-DA30-4E34-B0F3-32C27766DA05}"/>
          </ac:spMkLst>
        </pc:spChg>
        <pc:spChg chg="add del">
          <ac:chgData name="Aryan BHARGAV" userId="0a8e3c40d5635c01" providerId="LiveId" clId="{AC0C8780-81B9-4317-8036-AA7F8C27FA22}" dt="2025-08-04T08:19:52.391" v="449" actId="26606"/>
          <ac:spMkLst>
            <pc:docMk/>
            <pc:sldMk cId="4199006723" sldId="273"/>
            <ac:spMk id="26" creationId="{F3AF35CD-DA30-4E34-B0F3-32C27766DA05}"/>
          </ac:spMkLst>
        </pc:spChg>
        <pc:spChg chg="add del">
          <ac:chgData name="Aryan BHARGAV" userId="0a8e3c40d5635c01" providerId="LiveId" clId="{AC0C8780-81B9-4317-8036-AA7F8C27FA22}" dt="2025-08-04T08:19:53.500" v="451" actId="26606"/>
          <ac:spMkLst>
            <pc:docMk/>
            <pc:sldMk cId="4199006723" sldId="273"/>
            <ac:spMk id="32" creationId="{F3AF35CD-DA30-4E34-B0F3-32C27766DA05}"/>
          </ac:spMkLst>
        </pc:spChg>
        <pc:spChg chg="add del">
          <ac:chgData name="Aryan BHARGAV" userId="0a8e3c40d5635c01" providerId="LiveId" clId="{AC0C8780-81B9-4317-8036-AA7F8C27FA22}" dt="2025-08-04T08:19:57.068" v="453" actId="26606"/>
          <ac:spMkLst>
            <pc:docMk/>
            <pc:sldMk cId="4199006723" sldId="273"/>
            <ac:spMk id="36" creationId="{F3AF35CD-DA30-4E34-B0F3-32C27766DA05}"/>
          </ac:spMkLst>
        </pc:spChg>
        <pc:spChg chg="add del">
          <ac:chgData name="Aryan BHARGAV" userId="0a8e3c40d5635c01" providerId="LiveId" clId="{AC0C8780-81B9-4317-8036-AA7F8C27FA22}" dt="2025-08-04T08:22:32.615" v="502" actId="26606"/>
          <ac:spMkLst>
            <pc:docMk/>
            <pc:sldMk cId="4199006723" sldId="273"/>
            <ac:spMk id="46" creationId="{F3AF35CD-DA30-4E34-B0F3-32C27766DA05}"/>
          </ac:spMkLst>
        </pc:spChg>
        <pc:spChg chg="add mod">
          <ac:chgData name="Aryan BHARGAV" userId="0a8e3c40d5635c01" providerId="LiveId" clId="{AC0C8780-81B9-4317-8036-AA7F8C27FA22}" dt="2025-08-04T08:24:15.517" v="521" actId="12"/>
          <ac:spMkLst>
            <pc:docMk/>
            <pc:sldMk cId="4199006723" sldId="273"/>
            <ac:spMk id="48" creationId="{578BE8CD-3373-252C-9B4E-D02B9B2595FF}"/>
          </ac:spMkLst>
        </pc:spChg>
        <pc:spChg chg="add del">
          <ac:chgData name="Aryan BHARGAV" userId="0a8e3c40d5635c01" providerId="LiveId" clId="{AC0C8780-81B9-4317-8036-AA7F8C27FA22}" dt="2025-08-04T08:22:28.047" v="500" actId="26606"/>
          <ac:spMkLst>
            <pc:docMk/>
            <pc:sldMk cId="4199006723" sldId="273"/>
            <ac:spMk id="51" creationId="{2A0E4E09-FC02-4ADC-951A-3FFA90B6FE39}"/>
          </ac:spMkLst>
        </pc:spChg>
        <pc:spChg chg="add del">
          <ac:chgData name="Aryan BHARGAV" userId="0a8e3c40d5635c01" providerId="LiveId" clId="{AC0C8780-81B9-4317-8036-AA7F8C27FA22}" dt="2025-08-04T08:22:28.047" v="500" actId="26606"/>
          <ac:spMkLst>
            <pc:docMk/>
            <pc:sldMk cId="4199006723" sldId="273"/>
            <ac:spMk id="52" creationId="{E5821A2D-F010-4C2B-8819-23281D9C770F}"/>
          </ac:spMkLst>
        </pc:spChg>
        <pc:spChg chg="add del">
          <ac:chgData name="Aryan BHARGAV" userId="0a8e3c40d5635c01" providerId="LiveId" clId="{AC0C8780-81B9-4317-8036-AA7F8C27FA22}" dt="2025-08-04T08:22:16.108" v="488" actId="26606"/>
          <ac:spMkLst>
            <pc:docMk/>
            <pc:sldMk cId="4199006723" sldId="273"/>
            <ac:spMk id="54" creationId="{2A0E4E09-FC02-4ADC-951A-3FFA90B6FE39}"/>
          </ac:spMkLst>
        </pc:spChg>
        <pc:spChg chg="add del">
          <ac:chgData name="Aryan BHARGAV" userId="0a8e3c40d5635c01" providerId="LiveId" clId="{AC0C8780-81B9-4317-8036-AA7F8C27FA22}" dt="2025-08-04T08:22:16.108" v="488" actId="26606"/>
          <ac:spMkLst>
            <pc:docMk/>
            <pc:sldMk cId="4199006723" sldId="273"/>
            <ac:spMk id="56" creationId="{E5821A2D-F010-4C2B-8819-23281D9C770F}"/>
          </ac:spMkLst>
        </pc:spChg>
        <pc:spChg chg="add del">
          <ac:chgData name="Aryan BHARGAV" userId="0a8e3c40d5635c01" providerId="LiveId" clId="{AC0C8780-81B9-4317-8036-AA7F8C27FA22}" dt="2025-08-04T08:22:17.731" v="490" actId="26606"/>
          <ac:spMkLst>
            <pc:docMk/>
            <pc:sldMk cId="4199006723" sldId="273"/>
            <ac:spMk id="62" creationId="{1C7FF924-8DA0-4BE9-8C7E-095B0EC13A44}"/>
          </ac:spMkLst>
        </pc:spChg>
        <pc:spChg chg="add del">
          <ac:chgData name="Aryan BHARGAV" userId="0a8e3c40d5635c01" providerId="LiveId" clId="{AC0C8780-81B9-4317-8036-AA7F8C27FA22}" dt="2025-08-04T08:22:32.615" v="502" actId="26606"/>
          <ac:spMkLst>
            <pc:docMk/>
            <pc:sldMk cId="4199006723" sldId="273"/>
            <ac:spMk id="64" creationId="{5118BA95-03E7-41B7-B442-0AF8C0A7FF68}"/>
          </ac:spMkLst>
        </pc:spChg>
        <pc:spChg chg="add del">
          <ac:chgData name="Aryan BHARGAV" userId="0a8e3c40d5635c01" providerId="LiveId" clId="{AC0C8780-81B9-4317-8036-AA7F8C27FA22}" dt="2025-08-04T08:22:32.615" v="502" actId="26606"/>
          <ac:spMkLst>
            <pc:docMk/>
            <pc:sldMk cId="4199006723" sldId="273"/>
            <ac:spMk id="65" creationId="{271EEDE1-4FF3-4A74-BD95-6852CD023BED}"/>
          </ac:spMkLst>
        </pc:spChg>
        <pc:spChg chg="add del">
          <ac:chgData name="Aryan BHARGAV" userId="0a8e3c40d5635c01" providerId="LiveId" clId="{AC0C8780-81B9-4317-8036-AA7F8C27FA22}" dt="2025-08-04T08:22:19.777" v="492" actId="26606"/>
          <ac:spMkLst>
            <pc:docMk/>
            <pc:sldMk cId="4199006723" sldId="273"/>
            <ac:spMk id="66" creationId="{4DA90C30-B990-4CCA-B584-40F864DA3A82}"/>
          </ac:spMkLst>
        </pc:spChg>
        <pc:spChg chg="add del">
          <ac:chgData name="Aryan BHARGAV" userId="0a8e3c40d5635c01" providerId="LiveId" clId="{AC0C8780-81B9-4317-8036-AA7F8C27FA22}" dt="2025-08-04T08:22:32.615" v="502" actId="26606"/>
          <ac:spMkLst>
            <pc:docMk/>
            <pc:sldMk cId="4199006723" sldId="273"/>
            <ac:spMk id="68" creationId="{AD9B3EAD-A2B3-42C4-927C-3455E3E69EE6}"/>
          </ac:spMkLst>
        </pc:spChg>
        <pc:spChg chg="add del">
          <ac:chgData name="Aryan BHARGAV" userId="0a8e3c40d5635c01" providerId="LiveId" clId="{AC0C8780-81B9-4317-8036-AA7F8C27FA22}" dt="2025-08-04T08:22:21.282" v="494" actId="26606"/>
          <ac:spMkLst>
            <pc:docMk/>
            <pc:sldMk cId="4199006723" sldId="273"/>
            <ac:spMk id="71" creationId="{F3AF35CD-DA30-4E34-B0F3-32C27766DA05}"/>
          </ac:spMkLst>
        </pc:spChg>
        <pc:grpChg chg="add del">
          <ac:chgData name="Aryan BHARGAV" userId="0a8e3c40d5635c01" providerId="LiveId" clId="{AC0C8780-81B9-4317-8036-AA7F8C27FA22}" dt="2025-08-04T08:19:43.499" v="443" actId="26606"/>
          <ac:grpSpMkLst>
            <pc:docMk/>
            <pc:sldMk cId="4199006723" sldId="273"/>
            <ac:grpSpMk id="12" creationId="{BCFC42DC-2C46-47C4-BC61-530557385DBD}"/>
          </ac:grpSpMkLst>
        </pc:grpChg>
        <pc:grpChg chg="add del">
          <ac:chgData name="Aryan BHARGAV" userId="0a8e3c40d5635c01" providerId="LiveId" clId="{AC0C8780-81B9-4317-8036-AA7F8C27FA22}" dt="2025-08-04T08:19:49.324" v="445" actId="26606"/>
          <ac:grpSpMkLst>
            <pc:docMk/>
            <pc:sldMk cId="4199006723" sldId="273"/>
            <ac:grpSpMk id="18" creationId="{BCFC42DC-2C46-47C4-BC61-530557385DBD}"/>
          </ac:grpSpMkLst>
        </pc:grpChg>
        <pc:grpChg chg="add del">
          <ac:chgData name="Aryan BHARGAV" userId="0a8e3c40d5635c01" providerId="LiveId" clId="{AC0C8780-81B9-4317-8036-AA7F8C27FA22}" dt="2025-08-04T08:19:50.698" v="447" actId="26606"/>
          <ac:grpSpMkLst>
            <pc:docMk/>
            <pc:sldMk cId="4199006723" sldId="273"/>
            <ac:grpSpMk id="24" creationId="{BCFC42DC-2C46-47C4-BC61-530557385DBD}"/>
          </ac:grpSpMkLst>
        </pc:grpChg>
        <pc:grpChg chg="add del">
          <ac:chgData name="Aryan BHARGAV" userId="0a8e3c40d5635c01" providerId="LiveId" clId="{AC0C8780-81B9-4317-8036-AA7F8C27FA22}" dt="2025-08-04T08:19:52.391" v="449" actId="26606"/>
          <ac:grpSpMkLst>
            <pc:docMk/>
            <pc:sldMk cId="4199006723" sldId="273"/>
            <ac:grpSpMk id="28" creationId="{BCFC42DC-2C46-47C4-BC61-530557385DBD}"/>
          </ac:grpSpMkLst>
        </pc:grpChg>
        <pc:grpChg chg="add del">
          <ac:chgData name="Aryan BHARGAV" userId="0a8e3c40d5635c01" providerId="LiveId" clId="{AC0C8780-81B9-4317-8036-AA7F8C27FA22}" dt="2025-08-04T08:19:53.500" v="451" actId="26606"/>
          <ac:grpSpMkLst>
            <pc:docMk/>
            <pc:sldMk cId="4199006723" sldId="273"/>
            <ac:grpSpMk id="34" creationId="{BCFC42DC-2C46-47C4-BC61-530557385DBD}"/>
          </ac:grpSpMkLst>
        </pc:grpChg>
        <pc:grpChg chg="add del">
          <ac:chgData name="Aryan BHARGAV" userId="0a8e3c40d5635c01" providerId="LiveId" clId="{AC0C8780-81B9-4317-8036-AA7F8C27FA22}" dt="2025-08-04T08:19:57.068" v="453" actId="26606"/>
          <ac:grpSpMkLst>
            <pc:docMk/>
            <pc:sldMk cId="4199006723" sldId="273"/>
            <ac:grpSpMk id="38" creationId="{BCFC42DC-2C46-47C4-BC61-530557385DBD}"/>
          </ac:grpSpMkLst>
        </pc:grpChg>
        <pc:grpChg chg="add del">
          <ac:chgData name="Aryan BHARGAV" userId="0a8e3c40d5635c01" providerId="LiveId" clId="{AC0C8780-81B9-4317-8036-AA7F8C27FA22}" dt="2025-08-04T08:22:32.615" v="502" actId="26606"/>
          <ac:grpSpMkLst>
            <pc:docMk/>
            <pc:sldMk cId="4199006723" sldId="273"/>
            <ac:grpSpMk id="49" creationId="{BCFC42DC-2C46-47C4-BC61-530557385DBD}"/>
          </ac:grpSpMkLst>
        </pc:grpChg>
        <pc:grpChg chg="add del">
          <ac:chgData name="Aryan BHARGAV" userId="0a8e3c40d5635c01" providerId="LiveId" clId="{AC0C8780-81B9-4317-8036-AA7F8C27FA22}" dt="2025-08-04T08:22:28.047" v="500" actId="26606"/>
          <ac:grpSpMkLst>
            <pc:docMk/>
            <pc:sldMk cId="4199006723" sldId="273"/>
            <ac:grpSpMk id="53" creationId="{D68B9961-F007-40D1-AF51-61B6DE5106CE}"/>
          </ac:grpSpMkLst>
        </pc:grpChg>
        <pc:grpChg chg="add del">
          <ac:chgData name="Aryan BHARGAV" userId="0a8e3c40d5635c01" providerId="LiveId" clId="{AC0C8780-81B9-4317-8036-AA7F8C27FA22}" dt="2025-08-04T08:22:16.108" v="488" actId="26606"/>
          <ac:grpSpMkLst>
            <pc:docMk/>
            <pc:sldMk cId="4199006723" sldId="273"/>
            <ac:grpSpMk id="58" creationId="{D68B9961-F007-40D1-AF51-61B6DE5106CE}"/>
          </ac:grpSpMkLst>
        </pc:grpChg>
        <pc:grpChg chg="add del">
          <ac:chgData name="Aryan BHARGAV" userId="0a8e3c40d5635c01" providerId="LiveId" clId="{AC0C8780-81B9-4317-8036-AA7F8C27FA22}" dt="2025-08-04T08:22:17.731" v="490" actId="26606"/>
          <ac:grpSpMkLst>
            <pc:docMk/>
            <pc:sldMk cId="4199006723" sldId="273"/>
            <ac:grpSpMk id="63" creationId="{5029B4A8-2CF0-48DC-B29E-F3B62EDDC445}"/>
          </ac:grpSpMkLst>
        </pc:grpChg>
        <pc:grpChg chg="add del">
          <ac:chgData name="Aryan BHARGAV" userId="0a8e3c40d5635c01" providerId="LiveId" clId="{AC0C8780-81B9-4317-8036-AA7F8C27FA22}" dt="2025-08-04T08:22:19.777" v="492" actId="26606"/>
          <ac:grpSpMkLst>
            <pc:docMk/>
            <pc:sldMk cId="4199006723" sldId="273"/>
            <ac:grpSpMk id="67" creationId="{D060B936-2771-48DC-842C-14EE9318E3E2}"/>
          </ac:grpSpMkLst>
        </pc:grpChg>
        <pc:grpChg chg="add del">
          <ac:chgData name="Aryan BHARGAV" userId="0a8e3c40d5635c01" providerId="LiveId" clId="{AC0C8780-81B9-4317-8036-AA7F8C27FA22}" dt="2025-08-04T08:22:32.615" v="502" actId="26606"/>
          <ac:grpSpMkLst>
            <pc:docMk/>
            <pc:sldMk cId="4199006723" sldId="273"/>
            <ac:grpSpMk id="69" creationId="{7381F52A-25D7-415C-8E15-66BFB3F7B38D}"/>
          </ac:grpSpMkLst>
        </pc:grpChg>
        <pc:grpChg chg="add del">
          <ac:chgData name="Aryan BHARGAV" userId="0a8e3c40d5635c01" providerId="LiveId" clId="{AC0C8780-81B9-4317-8036-AA7F8C27FA22}" dt="2025-08-04T08:22:21.282" v="494" actId="26606"/>
          <ac:grpSpMkLst>
            <pc:docMk/>
            <pc:sldMk cId="4199006723" sldId="273"/>
            <ac:grpSpMk id="72" creationId="{BCFC42DC-2C46-47C4-BC61-530557385DBD}"/>
          </ac:grpSpMkLst>
        </pc:grpChg>
        <pc:graphicFrameChg chg="add del">
          <ac:chgData name="Aryan BHARGAV" userId="0a8e3c40d5635c01" providerId="LiveId" clId="{AC0C8780-81B9-4317-8036-AA7F8C27FA22}" dt="2025-08-04T08:20:00.602" v="455" actId="26606"/>
          <ac:graphicFrameMkLst>
            <pc:docMk/>
            <pc:sldMk cId="4199006723" sldId="273"/>
            <ac:graphicFrameMk id="42" creationId="{A8806F23-10C8-8040-C22D-95F46E972578}"/>
          </ac:graphicFrameMkLst>
        </pc:graphicFrameChg>
        <pc:graphicFrameChg chg="add del">
          <ac:chgData name="Aryan BHARGAV" userId="0a8e3c40d5635c01" providerId="LiveId" clId="{AC0C8780-81B9-4317-8036-AA7F8C27FA22}" dt="2025-08-04T08:20:10.947" v="457" actId="26606"/>
          <ac:graphicFrameMkLst>
            <pc:docMk/>
            <pc:sldMk cId="4199006723" sldId="273"/>
            <ac:graphicFrameMk id="44" creationId="{449866A3-F984-3898-FFCB-BBC050690241}"/>
          </ac:graphicFrameMkLst>
        </pc:graphicFrameChg>
        <pc:picChg chg="add del">
          <ac:chgData name="Aryan BHARGAV" userId="0a8e3c40d5635c01" providerId="LiveId" clId="{AC0C8780-81B9-4317-8036-AA7F8C27FA22}" dt="2025-08-04T08:19:43.499" v="443" actId="26606"/>
          <ac:picMkLst>
            <pc:docMk/>
            <pc:sldMk cId="4199006723" sldId="273"/>
            <ac:picMk id="7" creationId="{520B206B-D359-2833-8B46-DC3C9E7754BD}"/>
          </ac:picMkLst>
        </pc:picChg>
        <pc:picChg chg="add del">
          <ac:chgData name="Aryan BHARGAV" userId="0a8e3c40d5635c01" providerId="LiveId" clId="{AC0C8780-81B9-4317-8036-AA7F8C27FA22}" dt="2025-08-04T08:19:49.324" v="445" actId="26606"/>
          <ac:picMkLst>
            <pc:docMk/>
            <pc:sldMk cId="4199006723" sldId="273"/>
            <ac:picMk id="17" creationId="{D1A58349-78A2-5A13-1404-C065AC1194BF}"/>
          </ac:picMkLst>
        </pc:picChg>
        <pc:picChg chg="add del">
          <ac:chgData name="Aryan BHARGAV" userId="0a8e3c40d5635c01" providerId="LiveId" clId="{AC0C8780-81B9-4317-8036-AA7F8C27FA22}" dt="2025-08-04T08:19:50.698" v="447" actId="26606"/>
          <ac:picMkLst>
            <pc:docMk/>
            <pc:sldMk cId="4199006723" sldId="273"/>
            <ac:picMk id="23" creationId="{520B206B-D359-2833-8B46-DC3C9E7754BD}"/>
          </ac:picMkLst>
        </pc:picChg>
        <pc:picChg chg="add del">
          <ac:chgData name="Aryan BHARGAV" userId="0a8e3c40d5635c01" providerId="LiveId" clId="{AC0C8780-81B9-4317-8036-AA7F8C27FA22}" dt="2025-08-04T08:19:52.391" v="449" actId="26606"/>
          <ac:picMkLst>
            <pc:docMk/>
            <pc:sldMk cId="4199006723" sldId="273"/>
            <ac:picMk id="27" creationId="{E5391C8C-64F0-2D61-1305-1161549827FD}"/>
          </ac:picMkLst>
        </pc:picChg>
        <pc:picChg chg="add del">
          <ac:chgData name="Aryan BHARGAV" userId="0a8e3c40d5635c01" providerId="LiveId" clId="{AC0C8780-81B9-4317-8036-AA7F8C27FA22}" dt="2025-08-04T08:19:53.500" v="451" actId="26606"/>
          <ac:picMkLst>
            <pc:docMk/>
            <pc:sldMk cId="4199006723" sldId="273"/>
            <ac:picMk id="33" creationId="{D1A58349-78A2-5A13-1404-C065AC1194BF}"/>
          </ac:picMkLst>
        </pc:picChg>
        <pc:picChg chg="add del">
          <ac:chgData name="Aryan BHARGAV" userId="0a8e3c40d5635c01" providerId="LiveId" clId="{AC0C8780-81B9-4317-8036-AA7F8C27FA22}" dt="2025-08-04T08:19:57.068" v="453" actId="26606"/>
          <ac:picMkLst>
            <pc:docMk/>
            <pc:sldMk cId="4199006723" sldId="273"/>
            <ac:picMk id="37" creationId="{520B206B-D359-2833-8B46-DC3C9E7754BD}"/>
          </ac:picMkLst>
        </pc:picChg>
        <pc:picChg chg="add mod ord">
          <ac:chgData name="Aryan BHARGAV" userId="0a8e3c40d5635c01" providerId="LiveId" clId="{AC0C8780-81B9-4317-8036-AA7F8C27FA22}" dt="2025-08-04T08:22:32.615" v="502" actId="26606"/>
          <ac:picMkLst>
            <pc:docMk/>
            <pc:sldMk cId="4199006723" sldId="273"/>
            <ac:picMk id="47" creationId="{520B206B-D359-2833-8B46-DC3C9E7754BD}"/>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7D20A7-59B1-40E8-97C7-98AB4AAA4BA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B48EECD-7566-4102-BD10-9A9B6BEE7F04}">
      <dgm:prSet/>
      <dgm:spPr/>
      <dgm:t>
        <a:bodyPr/>
        <a:lstStyle/>
        <a:p>
          <a:pPr>
            <a:lnSpc>
              <a:spcPct val="100000"/>
            </a:lnSpc>
          </a:pPr>
          <a:r>
            <a:rPr lang="en-US"/>
            <a:t>- Signature-Based Detection</a:t>
          </a:r>
        </a:p>
      </dgm:t>
    </dgm:pt>
    <dgm:pt modelId="{FA35B91D-9C55-4C18-A57F-D66AEBD43EDE}" type="parTrans" cxnId="{BFD87EAE-E8BE-4A8F-8EE9-0B08343B9A3D}">
      <dgm:prSet/>
      <dgm:spPr/>
      <dgm:t>
        <a:bodyPr/>
        <a:lstStyle/>
        <a:p>
          <a:endParaRPr lang="en-US"/>
        </a:p>
      </dgm:t>
    </dgm:pt>
    <dgm:pt modelId="{A938EE0D-71A8-428A-B9A4-6E7F9F41E086}" type="sibTrans" cxnId="{BFD87EAE-E8BE-4A8F-8EE9-0B08343B9A3D}">
      <dgm:prSet/>
      <dgm:spPr/>
      <dgm:t>
        <a:bodyPr/>
        <a:lstStyle/>
        <a:p>
          <a:endParaRPr lang="en-US"/>
        </a:p>
      </dgm:t>
    </dgm:pt>
    <dgm:pt modelId="{C6F62671-9E98-41AF-BCE3-8C812529C00C}">
      <dgm:prSet/>
      <dgm:spPr/>
      <dgm:t>
        <a:bodyPr/>
        <a:lstStyle/>
        <a:p>
          <a:pPr>
            <a:lnSpc>
              <a:spcPct val="100000"/>
            </a:lnSpc>
          </a:pPr>
          <a:r>
            <a:rPr lang="en-US"/>
            <a:t>- Heuristic-Based Detection (Static &amp; Dynamic)</a:t>
          </a:r>
        </a:p>
      </dgm:t>
    </dgm:pt>
    <dgm:pt modelId="{73F57A1B-BCC4-4328-95E8-7827D7F58B25}" type="parTrans" cxnId="{5DC78F4C-EA94-43F2-BE97-3C4C0BBEA898}">
      <dgm:prSet/>
      <dgm:spPr/>
      <dgm:t>
        <a:bodyPr/>
        <a:lstStyle/>
        <a:p>
          <a:endParaRPr lang="en-US"/>
        </a:p>
      </dgm:t>
    </dgm:pt>
    <dgm:pt modelId="{391BB578-D34B-4B0D-B64A-2D86EA4ED325}" type="sibTrans" cxnId="{5DC78F4C-EA94-43F2-BE97-3C4C0BBEA898}">
      <dgm:prSet/>
      <dgm:spPr/>
      <dgm:t>
        <a:bodyPr/>
        <a:lstStyle/>
        <a:p>
          <a:endParaRPr lang="en-US"/>
        </a:p>
      </dgm:t>
    </dgm:pt>
    <dgm:pt modelId="{4AA1AFDC-EB18-4DCD-98EC-AA522A4A1A03}">
      <dgm:prSet/>
      <dgm:spPr/>
      <dgm:t>
        <a:bodyPr/>
        <a:lstStyle/>
        <a:p>
          <a:pPr>
            <a:lnSpc>
              <a:spcPct val="100000"/>
            </a:lnSpc>
          </a:pPr>
          <a:r>
            <a:rPr lang="en-US"/>
            <a:t>- Behaviour-Based Detection</a:t>
          </a:r>
        </a:p>
      </dgm:t>
    </dgm:pt>
    <dgm:pt modelId="{062740B9-3844-4301-A203-CB73C95CFFB4}" type="parTrans" cxnId="{42149758-FFFB-40D0-804D-838E4041CE2A}">
      <dgm:prSet/>
      <dgm:spPr/>
      <dgm:t>
        <a:bodyPr/>
        <a:lstStyle/>
        <a:p>
          <a:endParaRPr lang="en-US"/>
        </a:p>
      </dgm:t>
    </dgm:pt>
    <dgm:pt modelId="{3FA4EA27-8672-419B-B415-A75DE8C018B5}" type="sibTrans" cxnId="{42149758-FFFB-40D0-804D-838E4041CE2A}">
      <dgm:prSet/>
      <dgm:spPr/>
      <dgm:t>
        <a:bodyPr/>
        <a:lstStyle/>
        <a:p>
          <a:endParaRPr lang="en-US"/>
        </a:p>
      </dgm:t>
    </dgm:pt>
    <dgm:pt modelId="{D0929775-4530-4D36-AC19-D550E96ECBDE}" type="pres">
      <dgm:prSet presAssocID="{1E7D20A7-59B1-40E8-97C7-98AB4AAA4BAB}" presName="root" presStyleCnt="0">
        <dgm:presLayoutVars>
          <dgm:dir/>
          <dgm:resizeHandles val="exact"/>
        </dgm:presLayoutVars>
      </dgm:prSet>
      <dgm:spPr/>
    </dgm:pt>
    <dgm:pt modelId="{BFB8BC12-25E6-4932-9A18-A861D6A26C4E}" type="pres">
      <dgm:prSet presAssocID="{1B48EECD-7566-4102-BD10-9A9B6BEE7F04}" presName="compNode" presStyleCnt="0"/>
      <dgm:spPr/>
    </dgm:pt>
    <dgm:pt modelId="{95B39212-F01F-4921-B7B7-7F36AA947C4F}" type="pres">
      <dgm:prSet presAssocID="{1B48EECD-7566-4102-BD10-9A9B6BEE7F04}" presName="bgRect" presStyleLbl="bgShp" presStyleIdx="0" presStyleCnt="3"/>
      <dgm:spPr/>
    </dgm:pt>
    <dgm:pt modelId="{15E9B3E6-01C0-4527-A32D-613939CF523C}" type="pres">
      <dgm:prSet presAssocID="{1B48EECD-7566-4102-BD10-9A9B6BEE7F0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ntract"/>
        </a:ext>
      </dgm:extLst>
    </dgm:pt>
    <dgm:pt modelId="{029A9BC8-1961-4709-846E-4593C50175AC}" type="pres">
      <dgm:prSet presAssocID="{1B48EECD-7566-4102-BD10-9A9B6BEE7F04}" presName="spaceRect" presStyleCnt="0"/>
      <dgm:spPr/>
    </dgm:pt>
    <dgm:pt modelId="{CC6DCA42-2FAB-4907-97A4-048A46C3DCA3}" type="pres">
      <dgm:prSet presAssocID="{1B48EECD-7566-4102-BD10-9A9B6BEE7F04}" presName="parTx" presStyleLbl="revTx" presStyleIdx="0" presStyleCnt="3">
        <dgm:presLayoutVars>
          <dgm:chMax val="0"/>
          <dgm:chPref val="0"/>
        </dgm:presLayoutVars>
      </dgm:prSet>
      <dgm:spPr/>
    </dgm:pt>
    <dgm:pt modelId="{6A9D171F-7821-4BEF-BF06-C6CDF473DC85}" type="pres">
      <dgm:prSet presAssocID="{A938EE0D-71A8-428A-B9A4-6E7F9F41E086}" presName="sibTrans" presStyleCnt="0"/>
      <dgm:spPr/>
    </dgm:pt>
    <dgm:pt modelId="{3EF49F98-19B4-43A7-A6AC-27893451BF19}" type="pres">
      <dgm:prSet presAssocID="{C6F62671-9E98-41AF-BCE3-8C812529C00C}" presName="compNode" presStyleCnt="0"/>
      <dgm:spPr/>
    </dgm:pt>
    <dgm:pt modelId="{3E16B43B-0A33-4EE6-B551-A12784FD32D1}" type="pres">
      <dgm:prSet presAssocID="{C6F62671-9E98-41AF-BCE3-8C812529C00C}" presName="bgRect" presStyleLbl="bgShp" presStyleIdx="1" presStyleCnt="3"/>
      <dgm:spPr/>
    </dgm:pt>
    <dgm:pt modelId="{80A19162-000E-4573-8A0A-6A78E0405E25}" type="pres">
      <dgm:prSet presAssocID="{C6F62671-9E98-41AF-BCE3-8C812529C00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37F8732D-B174-4BF5-A09C-2D874133A99C}" type="pres">
      <dgm:prSet presAssocID="{C6F62671-9E98-41AF-BCE3-8C812529C00C}" presName="spaceRect" presStyleCnt="0"/>
      <dgm:spPr/>
    </dgm:pt>
    <dgm:pt modelId="{41C6FAD4-A5CD-4642-94E3-EA5FFED68B82}" type="pres">
      <dgm:prSet presAssocID="{C6F62671-9E98-41AF-BCE3-8C812529C00C}" presName="parTx" presStyleLbl="revTx" presStyleIdx="1" presStyleCnt="3">
        <dgm:presLayoutVars>
          <dgm:chMax val="0"/>
          <dgm:chPref val="0"/>
        </dgm:presLayoutVars>
      </dgm:prSet>
      <dgm:spPr/>
    </dgm:pt>
    <dgm:pt modelId="{5C964E4E-B93E-49FC-AD31-2A5775ABC05C}" type="pres">
      <dgm:prSet presAssocID="{391BB578-D34B-4B0D-B64A-2D86EA4ED325}" presName="sibTrans" presStyleCnt="0"/>
      <dgm:spPr/>
    </dgm:pt>
    <dgm:pt modelId="{4824FDA3-76E5-4F56-90F6-EDB8113A4F09}" type="pres">
      <dgm:prSet presAssocID="{4AA1AFDC-EB18-4DCD-98EC-AA522A4A1A03}" presName="compNode" presStyleCnt="0"/>
      <dgm:spPr/>
    </dgm:pt>
    <dgm:pt modelId="{69C699C5-C2BE-4642-9700-5B615A3CA3A9}" type="pres">
      <dgm:prSet presAssocID="{4AA1AFDC-EB18-4DCD-98EC-AA522A4A1A03}" presName="bgRect" presStyleLbl="bgShp" presStyleIdx="2" presStyleCnt="3"/>
      <dgm:spPr/>
    </dgm:pt>
    <dgm:pt modelId="{6A68DCEA-82FF-4D2B-96F3-F8073DD2D61B}" type="pres">
      <dgm:prSet presAssocID="{4AA1AFDC-EB18-4DCD-98EC-AA522A4A1A0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ecurity Camera Sign"/>
        </a:ext>
      </dgm:extLst>
    </dgm:pt>
    <dgm:pt modelId="{364BC6F7-2A77-48E7-A610-05EC51980BA3}" type="pres">
      <dgm:prSet presAssocID="{4AA1AFDC-EB18-4DCD-98EC-AA522A4A1A03}" presName="spaceRect" presStyleCnt="0"/>
      <dgm:spPr/>
    </dgm:pt>
    <dgm:pt modelId="{23DB1401-568C-4AEF-81B6-FCB4C3AFE609}" type="pres">
      <dgm:prSet presAssocID="{4AA1AFDC-EB18-4DCD-98EC-AA522A4A1A03}" presName="parTx" presStyleLbl="revTx" presStyleIdx="2" presStyleCnt="3">
        <dgm:presLayoutVars>
          <dgm:chMax val="0"/>
          <dgm:chPref val="0"/>
        </dgm:presLayoutVars>
      </dgm:prSet>
      <dgm:spPr/>
    </dgm:pt>
  </dgm:ptLst>
  <dgm:cxnLst>
    <dgm:cxn modelId="{8527EC16-B72A-4FEA-B51D-7F52CB89F18A}" type="presOf" srcId="{1E7D20A7-59B1-40E8-97C7-98AB4AAA4BAB}" destId="{D0929775-4530-4D36-AC19-D550E96ECBDE}" srcOrd="0" destOrd="0" presId="urn:microsoft.com/office/officeart/2018/2/layout/IconVerticalSolidList"/>
    <dgm:cxn modelId="{4375252B-53A6-458F-9B6E-1DA88637F6C1}" type="presOf" srcId="{4AA1AFDC-EB18-4DCD-98EC-AA522A4A1A03}" destId="{23DB1401-568C-4AEF-81B6-FCB4C3AFE609}" srcOrd="0" destOrd="0" presId="urn:microsoft.com/office/officeart/2018/2/layout/IconVerticalSolidList"/>
    <dgm:cxn modelId="{3C39BB40-8586-4710-9D59-2B90A4AE95E3}" type="presOf" srcId="{C6F62671-9E98-41AF-BCE3-8C812529C00C}" destId="{41C6FAD4-A5CD-4642-94E3-EA5FFED68B82}" srcOrd="0" destOrd="0" presId="urn:microsoft.com/office/officeart/2018/2/layout/IconVerticalSolidList"/>
    <dgm:cxn modelId="{5DC78F4C-EA94-43F2-BE97-3C4C0BBEA898}" srcId="{1E7D20A7-59B1-40E8-97C7-98AB4AAA4BAB}" destId="{C6F62671-9E98-41AF-BCE3-8C812529C00C}" srcOrd="1" destOrd="0" parTransId="{73F57A1B-BCC4-4328-95E8-7827D7F58B25}" sibTransId="{391BB578-D34B-4B0D-B64A-2D86EA4ED325}"/>
    <dgm:cxn modelId="{42149758-FFFB-40D0-804D-838E4041CE2A}" srcId="{1E7D20A7-59B1-40E8-97C7-98AB4AAA4BAB}" destId="{4AA1AFDC-EB18-4DCD-98EC-AA522A4A1A03}" srcOrd="2" destOrd="0" parTransId="{062740B9-3844-4301-A203-CB73C95CFFB4}" sibTransId="{3FA4EA27-8672-419B-B415-A75DE8C018B5}"/>
    <dgm:cxn modelId="{BFD87EAE-E8BE-4A8F-8EE9-0B08343B9A3D}" srcId="{1E7D20A7-59B1-40E8-97C7-98AB4AAA4BAB}" destId="{1B48EECD-7566-4102-BD10-9A9B6BEE7F04}" srcOrd="0" destOrd="0" parTransId="{FA35B91D-9C55-4C18-A57F-D66AEBD43EDE}" sibTransId="{A938EE0D-71A8-428A-B9A4-6E7F9F41E086}"/>
    <dgm:cxn modelId="{B03853E9-7534-4050-8E36-7D556B7F929A}" type="presOf" srcId="{1B48EECD-7566-4102-BD10-9A9B6BEE7F04}" destId="{CC6DCA42-2FAB-4907-97A4-048A46C3DCA3}" srcOrd="0" destOrd="0" presId="urn:microsoft.com/office/officeart/2018/2/layout/IconVerticalSolidList"/>
    <dgm:cxn modelId="{0C53C096-B0DF-4250-8C32-3B4877D6B202}" type="presParOf" srcId="{D0929775-4530-4D36-AC19-D550E96ECBDE}" destId="{BFB8BC12-25E6-4932-9A18-A861D6A26C4E}" srcOrd="0" destOrd="0" presId="urn:microsoft.com/office/officeart/2018/2/layout/IconVerticalSolidList"/>
    <dgm:cxn modelId="{32EE00C5-6A95-48BB-81A6-81537FB48BCB}" type="presParOf" srcId="{BFB8BC12-25E6-4932-9A18-A861D6A26C4E}" destId="{95B39212-F01F-4921-B7B7-7F36AA947C4F}" srcOrd="0" destOrd="0" presId="urn:microsoft.com/office/officeart/2018/2/layout/IconVerticalSolidList"/>
    <dgm:cxn modelId="{CD7CA371-7AAE-4CCB-BF66-357DE880B00E}" type="presParOf" srcId="{BFB8BC12-25E6-4932-9A18-A861D6A26C4E}" destId="{15E9B3E6-01C0-4527-A32D-613939CF523C}" srcOrd="1" destOrd="0" presId="urn:microsoft.com/office/officeart/2018/2/layout/IconVerticalSolidList"/>
    <dgm:cxn modelId="{E543B1DF-3BD0-4E44-B898-797AAB2C3FB4}" type="presParOf" srcId="{BFB8BC12-25E6-4932-9A18-A861D6A26C4E}" destId="{029A9BC8-1961-4709-846E-4593C50175AC}" srcOrd="2" destOrd="0" presId="urn:microsoft.com/office/officeart/2018/2/layout/IconVerticalSolidList"/>
    <dgm:cxn modelId="{23320176-7F5F-40FC-A7E2-7B597E1E2D0E}" type="presParOf" srcId="{BFB8BC12-25E6-4932-9A18-A861D6A26C4E}" destId="{CC6DCA42-2FAB-4907-97A4-048A46C3DCA3}" srcOrd="3" destOrd="0" presId="urn:microsoft.com/office/officeart/2018/2/layout/IconVerticalSolidList"/>
    <dgm:cxn modelId="{239E9A13-DF86-43F6-B7FF-B0FF007092BA}" type="presParOf" srcId="{D0929775-4530-4D36-AC19-D550E96ECBDE}" destId="{6A9D171F-7821-4BEF-BF06-C6CDF473DC85}" srcOrd="1" destOrd="0" presId="urn:microsoft.com/office/officeart/2018/2/layout/IconVerticalSolidList"/>
    <dgm:cxn modelId="{6BD4FD23-89E0-4EF6-ACBF-5C093AC41003}" type="presParOf" srcId="{D0929775-4530-4D36-AC19-D550E96ECBDE}" destId="{3EF49F98-19B4-43A7-A6AC-27893451BF19}" srcOrd="2" destOrd="0" presId="urn:microsoft.com/office/officeart/2018/2/layout/IconVerticalSolidList"/>
    <dgm:cxn modelId="{ABFCB4EB-3A2A-423F-826B-6F48C952682B}" type="presParOf" srcId="{3EF49F98-19B4-43A7-A6AC-27893451BF19}" destId="{3E16B43B-0A33-4EE6-B551-A12784FD32D1}" srcOrd="0" destOrd="0" presId="urn:microsoft.com/office/officeart/2018/2/layout/IconVerticalSolidList"/>
    <dgm:cxn modelId="{68A6B6D4-2B0D-4DE9-987A-A1AC7AA5A10E}" type="presParOf" srcId="{3EF49F98-19B4-43A7-A6AC-27893451BF19}" destId="{80A19162-000E-4573-8A0A-6A78E0405E25}" srcOrd="1" destOrd="0" presId="urn:microsoft.com/office/officeart/2018/2/layout/IconVerticalSolidList"/>
    <dgm:cxn modelId="{8A50B43F-926F-4E4D-995D-6BF1C936620D}" type="presParOf" srcId="{3EF49F98-19B4-43A7-A6AC-27893451BF19}" destId="{37F8732D-B174-4BF5-A09C-2D874133A99C}" srcOrd="2" destOrd="0" presId="urn:microsoft.com/office/officeart/2018/2/layout/IconVerticalSolidList"/>
    <dgm:cxn modelId="{3A162433-1CE3-4435-BFD0-B078428B0E04}" type="presParOf" srcId="{3EF49F98-19B4-43A7-A6AC-27893451BF19}" destId="{41C6FAD4-A5CD-4642-94E3-EA5FFED68B82}" srcOrd="3" destOrd="0" presId="urn:microsoft.com/office/officeart/2018/2/layout/IconVerticalSolidList"/>
    <dgm:cxn modelId="{F0AAB546-1452-4359-9EFA-A7878ABDEE31}" type="presParOf" srcId="{D0929775-4530-4D36-AC19-D550E96ECBDE}" destId="{5C964E4E-B93E-49FC-AD31-2A5775ABC05C}" srcOrd="3" destOrd="0" presId="urn:microsoft.com/office/officeart/2018/2/layout/IconVerticalSolidList"/>
    <dgm:cxn modelId="{7275DAD1-2F92-49E4-8672-A4DCD0533262}" type="presParOf" srcId="{D0929775-4530-4D36-AC19-D550E96ECBDE}" destId="{4824FDA3-76E5-4F56-90F6-EDB8113A4F09}" srcOrd="4" destOrd="0" presId="urn:microsoft.com/office/officeart/2018/2/layout/IconVerticalSolidList"/>
    <dgm:cxn modelId="{4884AC63-D3FC-4771-A733-A56E35AD0018}" type="presParOf" srcId="{4824FDA3-76E5-4F56-90F6-EDB8113A4F09}" destId="{69C699C5-C2BE-4642-9700-5B615A3CA3A9}" srcOrd="0" destOrd="0" presId="urn:microsoft.com/office/officeart/2018/2/layout/IconVerticalSolidList"/>
    <dgm:cxn modelId="{74BBB5D9-4DD1-4C6D-BE2F-751A1B06162E}" type="presParOf" srcId="{4824FDA3-76E5-4F56-90F6-EDB8113A4F09}" destId="{6A68DCEA-82FF-4D2B-96F3-F8073DD2D61B}" srcOrd="1" destOrd="0" presId="urn:microsoft.com/office/officeart/2018/2/layout/IconVerticalSolidList"/>
    <dgm:cxn modelId="{ADA263B8-E585-4AE5-8BD6-34CD29EC7FA2}" type="presParOf" srcId="{4824FDA3-76E5-4F56-90F6-EDB8113A4F09}" destId="{364BC6F7-2A77-48E7-A610-05EC51980BA3}" srcOrd="2" destOrd="0" presId="urn:microsoft.com/office/officeart/2018/2/layout/IconVerticalSolidList"/>
    <dgm:cxn modelId="{7D06EC58-3EE6-4F36-ADCE-8AC17838FBF7}" type="presParOf" srcId="{4824FDA3-76E5-4F56-90F6-EDB8113A4F09}" destId="{23DB1401-568C-4AEF-81B6-FCB4C3AFE60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B39212-F01F-4921-B7B7-7F36AA947C4F}">
      <dsp:nvSpPr>
        <dsp:cNvPr id="0" name=""/>
        <dsp:cNvSpPr/>
      </dsp:nvSpPr>
      <dsp:spPr>
        <a:xfrm>
          <a:off x="0" y="494"/>
          <a:ext cx="7772400" cy="11570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E9B3E6-01C0-4527-A32D-613939CF523C}">
      <dsp:nvSpPr>
        <dsp:cNvPr id="0" name=""/>
        <dsp:cNvSpPr/>
      </dsp:nvSpPr>
      <dsp:spPr>
        <a:xfrm>
          <a:off x="350018" y="260838"/>
          <a:ext cx="636397" cy="6363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C6DCA42-2FAB-4907-97A4-048A46C3DCA3}">
      <dsp:nvSpPr>
        <dsp:cNvPr id="0" name=""/>
        <dsp:cNvSpPr/>
      </dsp:nvSpPr>
      <dsp:spPr>
        <a:xfrm>
          <a:off x="1336435" y="494"/>
          <a:ext cx="6435964" cy="1157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58" tIns="122458" rIns="122458" bIns="122458" numCol="1" spcCol="1270" anchor="ctr" anchorCtr="0">
          <a:noAutofit/>
        </a:bodyPr>
        <a:lstStyle/>
        <a:p>
          <a:pPr marL="0" lvl="0" indent="0" algn="l" defTabSz="1111250">
            <a:lnSpc>
              <a:spcPct val="100000"/>
            </a:lnSpc>
            <a:spcBef>
              <a:spcPct val="0"/>
            </a:spcBef>
            <a:spcAft>
              <a:spcPct val="35000"/>
            </a:spcAft>
            <a:buNone/>
          </a:pPr>
          <a:r>
            <a:rPr lang="en-US" sz="2500" kern="1200"/>
            <a:t>- Signature-Based Detection</a:t>
          </a:r>
        </a:p>
      </dsp:txBody>
      <dsp:txXfrm>
        <a:off x="1336435" y="494"/>
        <a:ext cx="6435964" cy="1157086"/>
      </dsp:txXfrm>
    </dsp:sp>
    <dsp:sp modelId="{3E16B43B-0A33-4EE6-B551-A12784FD32D1}">
      <dsp:nvSpPr>
        <dsp:cNvPr id="0" name=""/>
        <dsp:cNvSpPr/>
      </dsp:nvSpPr>
      <dsp:spPr>
        <a:xfrm>
          <a:off x="0" y="1446852"/>
          <a:ext cx="7772400" cy="11570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A19162-000E-4573-8A0A-6A78E0405E25}">
      <dsp:nvSpPr>
        <dsp:cNvPr id="0" name=""/>
        <dsp:cNvSpPr/>
      </dsp:nvSpPr>
      <dsp:spPr>
        <a:xfrm>
          <a:off x="350018" y="1707197"/>
          <a:ext cx="636397" cy="6363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C6FAD4-A5CD-4642-94E3-EA5FFED68B82}">
      <dsp:nvSpPr>
        <dsp:cNvPr id="0" name=""/>
        <dsp:cNvSpPr/>
      </dsp:nvSpPr>
      <dsp:spPr>
        <a:xfrm>
          <a:off x="1336435" y="1446852"/>
          <a:ext cx="6435964" cy="1157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58" tIns="122458" rIns="122458" bIns="122458" numCol="1" spcCol="1270" anchor="ctr" anchorCtr="0">
          <a:noAutofit/>
        </a:bodyPr>
        <a:lstStyle/>
        <a:p>
          <a:pPr marL="0" lvl="0" indent="0" algn="l" defTabSz="1111250">
            <a:lnSpc>
              <a:spcPct val="100000"/>
            </a:lnSpc>
            <a:spcBef>
              <a:spcPct val="0"/>
            </a:spcBef>
            <a:spcAft>
              <a:spcPct val="35000"/>
            </a:spcAft>
            <a:buNone/>
          </a:pPr>
          <a:r>
            <a:rPr lang="en-US" sz="2500" kern="1200"/>
            <a:t>- Heuristic-Based Detection (Static &amp; Dynamic)</a:t>
          </a:r>
        </a:p>
      </dsp:txBody>
      <dsp:txXfrm>
        <a:off x="1336435" y="1446852"/>
        <a:ext cx="6435964" cy="1157086"/>
      </dsp:txXfrm>
    </dsp:sp>
    <dsp:sp modelId="{69C699C5-C2BE-4642-9700-5B615A3CA3A9}">
      <dsp:nvSpPr>
        <dsp:cNvPr id="0" name=""/>
        <dsp:cNvSpPr/>
      </dsp:nvSpPr>
      <dsp:spPr>
        <a:xfrm>
          <a:off x="0" y="2893210"/>
          <a:ext cx="7772400" cy="115708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68DCEA-82FF-4D2B-96F3-F8073DD2D61B}">
      <dsp:nvSpPr>
        <dsp:cNvPr id="0" name=""/>
        <dsp:cNvSpPr/>
      </dsp:nvSpPr>
      <dsp:spPr>
        <a:xfrm>
          <a:off x="350018" y="3153555"/>
          <a:ext cx="636397" cy="6363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DB1401-568C-4AEF-81B6-FCB4C3AFE609}">
      <dsp:nvSpPr>
        <dsp:cNvPr id="0" name=""/>
        <dsp:cNvSpPr/>
      </dsp:nvSpPr>
      <dsp:spPr>
        <a:xfrm>
          <a:off x="1336435" y="2893210"/>
          <a:ext cx="6435964" cy="11570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458" tIns="122458" rIns="122458" bIns="122458" numCol="1" spcCol="1270" anchor="ctr" anchorCtr="0">
          <a:noAutofit/>
        </a:bodyPr>
        <a:lstStyle/>
        <a:p>
          <a:pPr marL="0" lvl="0" indent="0" algn="l" defTabSz="1111250">
            <a:lnSpc>
              <a:spcPct val="100000"/>
            </a:lnSpc>
            <a:spcBef>
              <a:spcPct val="0"/>
            </a:spcBef>
            <a:spcAft>
              <a:spcPct val="35000"/>
            </a:spcAft>
            <a:buNone/>
          </a:pPr>
          <a:r>
            <a:rPr lang="en-US" sz="2500" kern="1200"/>
            <a:t>- Behaviour-Based Detection</a:t>
          </a:r>
        </a:p>
      </dsp:txBody>
      <dsp:txXfrm>
        <a:off x="1336435" y="2893210"/>
        <a:ext cx="6435964" cy="115708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C1FF6DA9-008F-8B48-92A6-B652298478BF}" type="slidenum">
              <a:rPr lang="en-US" smtClean="0"/>
              <a:t>‹#›</a:t>
            </a:fld>
            <a:endParaRPr lang="en-US"/>
          </a:p>
        </p:txBody>
      </p:sp>
    </p:spTree>
    <p:extLst>
      <p:ext uri="{BB962C8B-B14F-4D97-AF65-F5344CB8AC3E}">
        <p14:creationId xmlns:p14="http://schemas.microsoft.com/office/powerpoint/2010/main" val="3735338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1110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1408367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45045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2464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BCAD085-E8A6-8845-BD4E-CB4CCA059FC4}" type="datetimeFigureOut">
              <a:rPr lang="en-US" smtClean="0"/>
              <a:t>8/4/2025</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5138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34147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5BCAD085-E8A6-8845-BD4E-CB4CCA059FC4}" type="datetimeFigureOut">
              <a:rPr lang="en-US" smtClean="0"/>
              <a:t>8/4/2025</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187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5BCAD085-E8A6-8845-BD4E-CB4CCA059FC4}" type="datetimeFigureOut">
              <a:rPr lang="en-US" smtClean="0"/>
              <a:t>8/4/2025</a:t>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2548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0726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2424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5BCAD085-E8A6-8845-BD4E-CB4CCA059FC4}" type="datetimeFigureOut">
              <a:rPr lang="en-US" smtClean="0"/>
              <a:t>8/4/2025</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53843900"/>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sv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br>
              <a:rPr lang="en-US" dirty="0"/>
            </a:br>
            <a:br>
              <a:rPr lang="en-US" dirty="0"/>
            </a:br>
            <a:br>
              <a:rPr lang="en-US" dirty="0"/>
            </a:br>
            <a:br>
              <a:rPr lang="en-US" dirty="0"/>
            </a:br>
            <a:br>
              <a:rPr lang="en-US" dirty="0"/>
            </a:br>
            <a:br>
              <a:rPr lang="en-US" dirty="0"/>
            </a:br>
            <a:br>
              <a:rPr lang="en-US" dirty="0"/>
            </a:br>
            <a:br>
              <a:rPr lang="en-US" dirty="0"/>
            </a:br>
            <a:r>
              <a:rPr b="1" dirty="0">
                <a:solidFill>
                  <a:schemeClr val="tx1"/>
                </a:solidFill>
                <a:latin typeface="Aptos" panose="020B0004020202020204" pitchFamily="34" charset="0"/>
              </a:rPr>
              <a:t>Malware Detection in Computers Using Machine Learning</a:t>
            </a:r>
            <a:br>
              <a:rPr lang="en-US" dirty="0">
                <a:solidFill>
                  <a:schemeClr val="tx1"/>
                </a:solidFill>
              </a:rPr>
            </a:br>
            <a:br>
              <a:rPr lang="en-US" dirty="0">
                <a:solidFill>
                  <a:schemeClr val="tx1"/>
                </a:solidFill>
              </a:rPr>
            </a:br>
            <a:br>
              <a:rPr lang="en-US" dirty="0">
                <a:solidFill>
                  <a:schemeClr val="tx1"/>
                </a:solidFill>
              </a:rPr>
            </a:br>
            <a:r>
              <a:rPr lang="en-IN" sz="2700" b="1" dirty="0">
                <a:solidFill>
                  <a:schemeClr val="tx1"/>
                </a:solidFill>
                <a:latin typeface="Aptos" panose="020B0004020202020204" pitchFamily="34" charset="0"/>
              </a:rPr>
              <a:t>Kislay Dubey(A2305223028)</a:t>
            </a:r>
            <a:br>
              <a:rPr lang="en-IN" sz="2700" b="1" dirty="0">
                <a:solidFill>
                  <a:schemeClr val="tx1"/>
                </a:solidFill>
                <a:latin typeface="Aptos" panose="020B0004020202020204" pitchFamily="34" charset="0"/>
              </a:rPr>
            </a:br>
            <a:r>
              <a:rPr lang="en-IN" sz="2700" b="1" dirty="0">
                <a:solidFill>
                  <a:schemeClr val="tx1"/>
                </a:solidFill>
                <a:latin typeface="Aptos" panose="020B0004020202020204" pitchFamily="34" charset="0"/>
              </a:rPr>
              <a:t>Aryan Bhargav(A2305223032)</a:t>
            </a:r>
            <a:br>
              <a:rPr lang="en-IN" sz="2700" b="1" dirty="0">
                <a:solidFill>
                  <a:schemeClr val="tx1"/>
                </a:solidFill>
                <a:latin typeface="Aptos" panose="020B0004020202020204" pitchFamily="34" charset="0"/>
              </a:rPr>
            </a:br>
            <a:r>
              <a:rPr lang="en-IN" sz="2700" b="1" dirty="0">
                <a:solidFill>
                  <a:schemeClr val="tx1"/>
                </a:solidFill>
                <a:latin typeface="Aptos" panose="020B0004020202020204" pitchFamily="34" charset="0"/>
              </a:rPr>
              <a:t>Section: 4CSE1(X)</a:t>
            </a:r>
            <a:br>
              <a:rPr lang="en-IN" sz="2700" b="1" dirty="0">
                <a:solidFill>
                  <a:schemeClr val="tx1"/>
                </a:solidFill>
                <a:latin typeface="Aptos" panose="020B0004020202020204" pitchFamily="34" charset="0"/>
              </a:rPr>
            </a:br>
            <a:r>
              <a:rPr lang="en-IN" sz="2700" b="1" dirty="0">
                <a:solidFill>
                  <a:schemeClr val="tx1"/>
                </a:solidFill>
                <a:latin typeface="Aptos" panose="020B0004020202020204" pitchFamily="34" charset="0"/>
              </a:rPr>
              <a:t>Faculty: Mr. Sanjeev Thakur</a:t>
            </a:r>
            <a:endParaRPr sz="2700" b="1" dirty="0">
              <a:solidFill>
                <a:schemeClr val="tx1"/>
              </a:solidFill>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a:latin typeface="Aptos" panose="020B0004020202020204" pitchFamily="34" charset="0"/>
              </a:rPr>
              <a:t>INDEX</a:t>
            </a:r>
            <a:endParaRPr lang="en-US" b="1" dirty="0">
              <a:latin typeface="Aptos" panose="020B0004020202020204" pitchFamily="34" charset="0"/>
            </a:endParaRPr>
          </a:p>
        </p:txBody>
      </p:sp>
      <p:sp>
        <p:nvSpPr>
          <p:cNvPr id="3" name="Content Placeholder 2"/>
          <p:cNvSpPr>
            <a:spLocks noGrp="1"/>
          </p:cNvSpPr>
          <p:nvPr>
            <p:ph idx="1"/>
          </p:nvPr>
        </p:nvSpPr>
        <p:spPr/>
        <p:txBody>
          <a:bodyPr>
            <a:noAutofit/>
          </a:bodyPr>
          <a:lstStyle/>
          <a:p>
            <a:pPr>
              <a:buFont typeface="Wingdings" panose="05000000000000000000" pitchFamily="2" charset="2"/>
              <a:buChar char="Ø"/>
            </a:pPr>
            <a:r>
              <a:rPr lang="en-US" sz="2800" b="1" dirty="0">
                <a:latin typeface="Aptos" panose="020B0004020202020204" pitchFamily="34" charset="0"/>
              </a:rPr>
              <a:t>Introduction  </a:t>
            </a:r>
          </a:p>
          <a:p>
            <a:pPr>
              <a:buFont typeface="Wingdings" panose="05000000000000000000" pitchFamily="2" charset="2"/>
              <a:buChar char="Ø"/>
            </a:pPr>
            <a:r>
              <a:rPr lang="en-US" sz="2800" b="1" dirty="0">
                <a:latin typeface="Aptos" panose="020B0004020202020204" pitchFamily="34" charset="0"/>
              </a:rPr>
              <a:t>Types of Malware  </a:t>
            </a:r>
          </a:p>
          <a:p>
            <a:pPr>
              <a:buFont typeface="Wingdings" panose="05000000000000000000" pitchFamily="2" charset="2"/>
              <a:buChar char="Ø"/>
            </a:pPr>
            <a:r>
              <a:rPr lang="en-US" sz="2800" b="1" dirty="0">
                <a:latin typeface="Aptos" panose="020B0004020202020204" pitchFamily="34" charset="0"/>
              </a:rPr>
              <a:t>Types of Malware Detection </a:t>
            </a:r>
          </a:p>
          <a:p>
            <a:pPr>
              <a:buFont typeface="Wingdings" panose="05000000000000000000" pitchFamily="2" charset="2"/>
              <a:buChar char="Ø"/>
            </a:pPr>
            <a:r>
              <a:rPr lang="en-IN" sz="2800" b="1" dirty="0">
                <a:latin typeface="Aptos" panose="020B0004020202020204" pitchFamily="34" charset="0"/>
              </a:rPr>
              <a:t>Methodology  </a:t>
            </a:r>
          </a:p>
          <a:p>
            <a:pPr>
              <a:buFont typeface="Wingdings" panose="05000000000000000000" pitchFamily="2" charset="2"/>
              <a:buChar char="Ø"/>
            </a:pPr>
            <a:r>
              <a:rPr lang="en-IN" sz="2800" b="1" dirty="0">
                <a:latin typeface="Aptos" panose="020B0004020202020204" pitchFamily="34" charset="0"/>
              </a:rPr>
              <a:t>Random Forest Classifier  </a:t>
            </a:r>
          </a:p>
          <a:p>
            <a:pPr>
              <a:buFont typeface="Wingdings" panose="05000000000000000000" pitchFamily="2" charset="2"/>
              <a:buChar char="Ø"/>
            </a:pPr>
            <a:r>
              <a:rPr lang="en-IN" sz="2800" b="1" dirty="0">
                <a:latin typeface="Aptos" panose="020B0004020202020204" pitchFamily="34" charset="0"/>
              </a:rPr>
              <a:t>Implementation &amp; Analysis  </a:t>
            </a:r>
          </a:p>
          <a:p>
            <a:pPr>
              <a:buFont typeface="Wingdings" panose="05000000000000000000" pitchFamily="2" charset="2"/>
              <a:buChar char="Ø"/>
            </a:pPr>
            <a:r>
              <a:rPr lang="en-IN" sz="2800" b="1" dirty="0">
                <a:latin typeface="Aptos" panose="020B0004020202020204" pitchFamily="34" charset="0"/>
              </a:rPr>
              <a:t>Data Visualization  </a:t>
            </a:r>
          </a:p>
          <a:p>
            <a:pPr>
              <a:buFont typeface="Wingdings" panose="05000000000000000000" pitchFamily="2" charset="2"/>
              <a:buChar char="Ø"/>
            </a:pPr>
            <a:r>
              <a:rPr lang="en-IN" sz="2800" b="1" dirty="0">
                <a:latin typeface="Aptos" panose="020B0004020202020204" pitchFamily="34" charset="0"/>
              </a:rPr>
              <a:t>Conclusion </a:t>
            </a:r>
            <a:endParaRPr sz="2800" b="1" dirty="0">
              <a:latin typeface="Aptos"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3" name="Rectangle 2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802386" y="484632"/>
            <a:ext cx="7543800" cy="1609344"/>
          </a:xfrm>
        </p:spPr>
        <p:txBody>
          <a:bodyPr>
            <a:normAutofit/>
          </a:bodyPr>
          <a:lstStyle/>
          <a:p>
            <a:r>
              <a:rPr lang="en-IN" b="1">
                <a:latin typeface="Aptos" panose="020B0004020202020204" pitchFamily="34" charset="0"/>
              </a:rPr>
              <a:t>Introduction</a:t>
            </a:r>
          </a:p>
        </p:txBody>
      </p:sp>
      <p:sp>
        <p:nvSpPr>
          <p:cNvPr id="3" name="Content Placeholder 2"/>
          <p:cNvSpPr>
            <a:spLocks noGrp="1"/>
          </p:cNvSpPr>
          <p:nvPr>
            <p:ph idx="1"/>
          </p:nvPr>
        </p:nvSpPr>
        <p:spPr>
          <a:xfrm>
            <a:off x="802386" y="2320412"/>
            <a:ext cx="7543800" cy="3851787"/>
          </a:xfrm>
        </p:spPr>
        <p:txBody>
          <a:bodyPr>
            <a:normAutofit/>
          </a:bodyPr>
          <a:lstStyle/>
          <a:p>
            <a:pPr marL="0" indent="0">
              <a:buNone/>
            </a:pPr>
            <a:r>
              <a:rPr lang="en-US" b="1" dirty="0">
                <a:latin typeface="Aptos" panose="020B0004020202020204" pitchFamily="34" charset="0"/>
              </a:rPr>
              <a:t>In today’s digital age, malware poses a serious threat to individuals, organizations, and national infrastructure. With the rise in internet usage and connected devices, cybercriminals are using increasingly sophisticated techniques to infiltrate systems and steal sensitive information. Traditional detection methods often fail to keep up with these evolving threats, making advanced malware detection—especially those using machine learning—more essential than ever for ensuring cybersecurity and data protection.</a:t>
            </a:r>
          </a:p>
        </p:txBody>
      </p:sp>
      <p:sp>
        <p:nvSpPr>
          <p:cNvPr id="25" name="Oval 24">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6" name="Oval 25">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77232" y="0"/>
            <a:ext cx="3266767"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117262" y="484632"/>
            <a:ext cx="2658026" cy="1609344"/>
          </a:xfrm>
          <a:ln>
            <a:noFill/>
          </a:ln>
        </p:spPr>
        <p:txBody>
          <a:bodyPr>
            <a:normAutofit/>
          </a:bodyPr>
          <a:lstStyle/>
          <a:p>
            <a:pPr algn="ctr"/>
            <a:r>
              <a:rPr lang="en-IN" sz="2800" b="1" dirty="0">
                <a:latin typeface="Aptos" panose="020B0004020202020204" pitchFamily="34" charset="0"/>
              </a:rPr>
              <a:t>Types of Malware</a:t>
            </a:r>
          </a:p>
        </p:txBody>
      </p:sp>
      <p:pic>
        <p:nvPicPr>
          <p:cNvPr id="40" name="Graphic 39" descr="Bug under Magnifying Glass">
            <a:extLst>
              <a:ext uri="{FF2B5EF4-FFF2-40B4-BE49-F238E27FC236}">
                <a16:creationId xmlns:a16="http://schemas.microsoft.com/office/drawing/2014/main" id="{2FD6ECBE-9D42-28B5-E68E-A896F246AF9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5499" y="853279"/>
            <a:ext cx="5161702" cy="5161702"/>
          </a:xfrm>
          <a:prstGeom prst="rect">
            <a:avLst/>
          </a:prstGeom>
        </p:spPr>
      </p:pic>
      <p:sp>
        <p:nvSpPr>
          <p:cNvPr id="41" name="Content Placeholder 2"/>
          <p:cNvSpPr>
            <a:spLocks noGrp="1"/>
          </p:cNvSpPr>
          <p:nvPr>
            <p:ph idx="1"/>
          </p:nvPr>
        </p:nvSpPr>
        <p:spPr>
          <a:xfrm>
            <a:off x="6117263" y="2121408"/>
            <a:ext cx="2658025" cy="4050792"/>
          </a:xfrm>
        </p:spPr>
        <p:txBody>
          <a:bodyPr>
            <a:normAutofit/>
          </a:bodyPr>
          <a:lstStyle/>
          <a:p>
            <a:pPr>
              <a:buFont typeface="Wingdings" panose="05000000000000000000" pitchFamily="2" charset="2"/>
              <a:buChar char="Ø"/>
            </a:pPr>
            <a:r>
              <a:rPr lang="en-IN" sz="1400" dirty="0">
                <a:latin typeface="Aptos" panose="020B0004020202020204" pitchFamily="34" charset="0"/>
              </a:rPr>
              <a:t>- </a:t>
            </a:r>
            <a:r>
              <a:rPr lang="en-IN" sz="2800" dirty="0">
                <a:latin typeface="Aptos" panose="020B0004020202020204" pitchFamily="34" charset="0"/>
              </a:rPr>
              <a:t>Viruses</a:t>
            </a:r>
          </a:p>
          <a:p>
            <a:pPr>
              <a:buFont typeface="Wingdings" panose="05000000000000000000" pitchFamily="2" charset="2"/>
              <a:buChar char="Ø"/>
            </a:pPr>
            <a:r>
              <a:rPr lang="en-IN" sz="2800" dirty="0">
                <a:latin typeface="Aptos" panose="020B0004020202020204" pitchFamily="34" charset="0"/>
              </a:rPr>
              <a:t>- Worms</a:t>
            </a:r>
          </a:p>
          <a:p>
            <a:pPr>
              <a:buFont typeface="Wingdings" panose="05000000000000000000" pitchFamily="2" charset="2"/>
              <a:buChar char="Ø"/>
            </a:pPr>
            <a:r>
              <a:rPr lang="en-IN" sz="2800" dirty="0">
                <a:latin typeface="Aptos" panose="020B0004020202020204" pitchFamily="34" charset="0"/>
              </a:rPr>
              <a:t>- Trojans</a:t>
            </a:r>
          </a:p>
          <a:p>
            <a:pPr>
              <a:buFont typeface="Wingdings" panose="05000000000000000000" pitchFamily="2" charset="2"/>
              <a:buChar char="Ø"/>
            </a:pPr>
            <a:r>
              <a:rPr lang="en-IN" sz="2800" dirty="0">
                <a:latin typeface="Aptos" panose="020B0004020202020204" pitchFamily="34" charset="0"/>
              </a:rPr>
              <a:t>- Ransomware</a:t>
            </a:r>
          </a:p>
          <a:p>
            <a:pPr>
              <a:buFont typeface="Wingdings" panose="05000000000000000000" pitchFamily="2" charset="2"/>
              <a:buChar char="Ø"/>
            </a:pPr>
            <a:r>
              <a:rPr lang="en-IN" sz="2800" dirty="0">
                <a:latin typeface="Aptos" panose="020B0004020202020204" pitchFamily="34" charset="0"/>
              </a:rPr>
              <a:t>- Spyware</a:t>
            </a:r>
          </a:p>
          <a:p>
            <a:pPr>
              <a:buFont typeface="Wingdings" panose="05000000000000000000" pitchFamily="2" charset="2"/>
              <a:buChar char="Ø"/>
            </a:pPr>
            <a:r>
              <a:rPr lang="en-IN" sz="2800" dirty="0">
                <a:latin typeface="Aptos" panose="020B0004020202020204" pitchFamily="34" charset="0"/>
              </a:rPr>
              <a:t>- Adware</a:t>
            </a:r>
          </a:p>
          <a:p>
            <a:pPr>
              <a:buFont typeface="Wingdings" panose="05000000000000000000" pitchFamily="2" charset="2"/>
              <a:buChar char="Ø"/>
            </a:pPr>
            <a:r>
              <a:rPr lang="en-IN" sz="2800" dirty="0">
                <a:latin typeface="Aptos" panose="020B0004020202020204" pitchFamily="34" charset="0"/>
              </a:rPr>
              <a:t>- Rootkits</a:t>
            </a:r>
          </a:p>
        </p:txBody>
      </p:sp>
      <p:grpSp>
        <p:nvGrpSpPr>
          <p:cNvPr id="58" name="Group 57">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52" name="Oval 51">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59" name="Oval 58">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F3AF35CD-DA30-4E34-B0F3-32C27766DA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77232" y="0"/>
            <a:ext cx="3266767"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Graphic 46" descr="Spider Web">
            <a:extLst>
              <a:ext uri="{FF2B5EF4-FFF2-40B4-BE49-F238E27FC236}">
                <a16:creationId xmlns:a16="http://schemas.microsoft.com/office/drawing/2014/main" id="{520B206B-D359-2833-8B46-DC3C9E7754B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75499" y="853279"/>
            <a:ext cx="5161702" cy="5161702"/>
          </a:xfrm>
          <a:prstGeom prst="rect">
            <a:avLst/>
          </a:prstGeom>
        </p:spPr>
      </p:pic>
      <p:sp>
        <p:nvSpPr>
          <p:cNvPr id="48" name="Content Placeholder 2">
            <a:extLst>
              <a:ext uri="{FF2B5EF4-FFF2-40B4-BE49-F238E27FC236}">
                <a16:creationId xmlns:a16="http://schemas.microsoft.com/office/drawing/2014/main" id="{578BE8CD-3373-252C-9B4E-D02B9B2595FF}"/>
              </a:ext>
            </a:extLst>
          </p:cNvPr>
          <p:cNvSpPr>
            <a:spLocks noGrp="1"/>
          </p:cNvSpPr>
          <p:nvPr>
            <p:ph idx="1"/>
          </p:nvPr>
        </p:nvSpPr>
        <p:spPr>
          <a:xfrm>
            <a:off x="6064718" y="238086"/>
            <a:ext cx="2658025" cy="4050792"/>
          </a:xfrm>
        </p:spPr>
        <p:txBody>
          <a:bodyPr>
            <a:noAutofit/>
          </a:bodyPr>
          <a:lstStyle/>
          <a:p>
            <a:pPr>
              <a:buFont typeface="Wingdings" panose="05000000000000000000" pitchFamily="2" charset="2"/>
              <a:buChar char="Ø"/>
            </a:pPr>
            <a:r>
              <a:rPr lang="en-US" sz="1500" b="1" dirty="0">
                <a:latin typeface="Aptos" panose="020B0004020202020204" pitchFamily="34" charset="0"/>
              </a:rPr>
              <a:t>Viruses: Attach to files or programs and spread when opened; can corrupt or delete data.</a:t>
            </a:r>
          </a:p>
          <a:p>
            <a:pPr>
              <a:buFont typeface="Wingdings" panose="05000000000000000000" pitchFamily="2" charset="2"/>
              <a:buChar char="Ø"/>
            </a:pPr>
            <a:r>
              <a:rPr lang="en-US" sz="1500" b="1" dirty="0">
                <a:latin typeface="Aptos" panose="020B0004020202020204" pitchFamily="34" charset="0"/>
              </a:rPr>
              <a:t>Worms: Self-replicate and spread across networks without user action; slow systems down.</a:t>
            </a:r>
          </a:p>
          <a:p>
            <a:pPr>
              <a:buFont typeface="Wingdings" panose="05000000000000000000" pitchFamily="2" charset="2"/>
              <a:buChar char="Ø"/>
            </a:pPr>
            <a:r>
              <a:rPr lang="en-US" sz="1500" b="1" dirty="0">
                <a:latin typeface="Aptos" panose="020B0004020202020204" pitchFamily="34" charset="0"/>
              </a:rPr>
              <a:t>Trojans: Disguise as legitimate software to trick users; steal data or open backdoors.</a:t>
            </a:r>
          </a:p>
          <a:p>
            <a:pPr>
              <a:buFont typeface="Wingdings" panose="05000000000000000000" pitchFamily="2" charset="2"/>
              <a:buChar char="Ø"/>
            </a:pPr>
            <a:r>
              <a:rPr lang="en-US" sz="1500" b="1" dirty="0">
                <a:latin typeface="Aptos" panose="020B0004020202020204" pitchFamily="34" charset="0"/>
              </a:rPr>
              <a:t>Ransomware: Encrypts files and demands payment to unlock them.</a:t>
            </a:r>
          </a:p>
          <a:p>
            <a:pPr>
              <a:buFont typeface="Wingdings" panose="05000000000000000000" pitchFamily="2" charset="2"/>
              <a:buChar char="Ø"/>
            </a:pPr>
            <a:r>
              <a:rPr lang="en-US" sz="1500" b="1" dirty="0">
                <a:latin typeface="Aptos" panose="020B0004020202020204" pitchFamily="34" charset="0"/>
              </a:rPr>
              <a:t>Spyware: Secretly monitors user activity to steal sensitive information.</a:t>
            </a:r>
          </a:p>
          <a:p>
            <a:pPr>
              <a:buFont typeface="Wingdings" panose="05000000000000000000" pitchFamily="2" charset="2"/>
              <a:buChar char="Ø"/>
            </a:pPr>
            <a:r>
              <a:rPr lang="en-US" sz="1500" b="1" dirty="0">
                <a:latin typeface="Aptos" panose="020B0004020202020204" pitchFamily="34" charset="0"/>
              </a:rPr>
              <a:t>Adware: Displays unwanted ads; often slows down systems and tracks user behavior.</a:t>
            </a:r>
          </a:p>
          <a:p>
            <a:pPr>
              <a:buFont typeface="Wingdings" panose="05000000000000000000" pitchFamily="2" charset="2"/>
              <a:buChar char="Ø"/>
            </a:pPr>
            <a:r>
              <a:rPr lang="en-US" sz="1500" b="1" dirty="0">
                <a:latin typeface="Aptos" panose="020B0004020202020204" pitchFamily="34" charset="0"/>
              </a:rPr>
              <a:t>Rootkits: Hide deep in the system to give attackers long-term control and evade detection.</a:t>
            </a:r>
          </a:p>
          <a:p>
            <a:endParaRPr lang="en-IN" sz="1400" b="1" dirty="0">
              <a:latin typeface="Aptos" panose="020B0004020202020204" pitchFamily="34" charset="0"/>
            </a:endParaRPr>
          </a:p>
        </p:txBody>
      </p:sp>
      <p:grpSp>
        <p:nvGrpSpPr>
          <p:cNvPr id="49" name="Group 48">
            <a:extLst>
              <a:ext uri="{FF2B5EF4-FFF2-40B4-BE49-F238E27FC236}">
                <a16:creationId xmlns:a16="http://schemas.microsoft.com/office/drawing/2014/main" id="{BCFC42DC-2C46-47C4-BC61-530557385D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3" name="Oval 12">
              <a:extLst>
                <a:ext uri="{FF2B5EF4-FFF2-40B4-BE49-F238E27FC236}">
                  <a16:creationId xmlns:a16="http://schemas.microsoft.com/office/drawing/2014/main" id="{54B91A37-AA1F-4966-8ACF-93023547D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17B17AC5-0931-432F-9A4A-DDCFAA010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4199006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b="1">
                <a:latin typeface="Aptos" panose="020B0004020202020204" pitchFamily="34" charset="0"/>
              </a:rPr>
              <a:t>Types of Malware Detection</a:t>
            </a:r>
            <a:endParaRPr lang="en-IN" b="1" dirty="0">
              <a:latin typeface="Aptos" panose="020B0004020202020204" pitchFamily="34" charset="0"/>
            </a:endParaRPr>
          </a:p>
        </p:txBody>
      </p:sp>
      <p:graphicFrame>
        <p:nvGraphicFramePr>
          <p:cNvPr id="15" name="Content Placeholder 2">
            <a:extLst>
              <a:ext uri="{FF2B5EF4-FFF2-40B4-BE49-F238E27FC236}">
                <a16:creationId xmlns:a16="http://schemas.microsoft.com/office/drawing/2014/main" id="{71D03E67-E36D-221A-EFB4-203317AF70F9}"/>
              </a:ext>
            </a:extLst>
          </p:cNvPr>
          <p:cNvGraphicFramePr>
            <a:graphicFrameLocks noGrp="1"/>
          </p:cNvGraphicFramePr>
          <p:nvPr>
            <p:ph idx="1"/>
          </p:nvPr>
        </p:nvGraphicFramePr>
        <p:xfrm>
          <a:off x="685800" y="2121408"/>
          <a:ext cx="7772400" cy="4050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b="1" dirty="0">
                <a:latin typeface="Aptos" panose="020B0004020202020204" pitchFamily="34" charset="0"/>
              </a:rPr>
              <a:t>Methodology</a:t>
            </a:r>
          </a:p>
        </p:txBody>
      </p:sp>
      <p:sp>
        <p:nvSpPr>
          <p:cNvPr id="3" name="Content Placeholder 2"/>
          <p:cNvSpPr>
            <a:spLocks noGrp="1"/>
          </p:cNvSpPr>
          <p:nvPr>
            <p:ph idx="1"/>
          </p:nvPr>
        </p:nvSpPr>
        <p:spPr/>
        <p:txBody>
          <a:bodyPr/>
          <a:lstStyle/>
          <a:p>
            <a:pPr marL="0" indent="0" algn="just">
              <a:buNone/>
            </a:pPr>
            <a:r>
              <a:rPr lang="en-US" dirty="0"/>
              <a:t> </a:t>
            </a:r>
            <a:r>
              <a:rPr lang="en-US" dirty="0">
                <a:latin typeface="Aptos" panose="020B0004020202020204" pitchFamily="34" charset="0"/>
              </a:rPr>
              <a:t>Random Forest was used for the malware detection as it is a supervised machine learning algorithm that operates by creating a "forest" of multiple decision trees. Each tree is trained on a random subset of the data, and the final prediction is made by majority voting (for classification) or averaging (for regression). This ensemble approach improves accuracy, reduces overfitting, and handles large datasets with high dimensionality effectively. It's especially useful for complex problems like malware detection.</a:t>
            </a:r>
            <a:r>
              <a:rPr dirty="0">
                <a:latin typeface="Aptos" panose="020B0004020202020204" pitchFamily="34"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939434"/>
          </a:xfrm>
        </p:spPr>
        <p:txBody>
          <a:bodyPr>
            <a:normAutofit fontScale="90000"/>
          </a:bodyPr>
          <a:lstStyle/>
          <a:p>
            <a:pPr algn="ctr"/>
            <a:br>
              <a:rPr lang="en-IN" b="1" dirty="0">
                <a:latin typeface="Aptos" panose="020B0004020202020204" pitchFamily="34" charset="0"/>
              </a:rPr>
            </a:br>
            <a:br>
              <a:rPr lang="en-IN" b="1" dirty="0">
                <a:latin typeface="Aptos" panose="020B0004020202020204" pitchFamily="34" charset="0"/>
              </a:rPr>
            </a:br>
            <a:r>
              <a:rPr lang="en-IN" b="1" dirty="0">
                <a:latin typeface="Aptos" panose="020B0004020202020204" pitchFamily="34" charset="0"/>
              </a:rPr>
              <a:t>WORKING</a:t>
            </a:r>
            <a:endParaRPr b="1" dirty="0">
              <a:latin typeface="Aptos" panose="020B0004020202020204" pitchFamily="34" charset="0"/>
            </a:endParaRPr>
          </a:p>
        </p:txBody>
      </p:sp>
      <p:sp>
        <p:nvSpPr>
          <p:cNvPr id="5" name="Rectangle 2">
            <a:extLst>
              <a:ext uri="{FF2B5EF4-FFF2-40B4-BE49-F238E27FC236}">
                <a16:creationId xmlns:a16="http://schemas.microsoft.com/office/drawing/2014/main" id="{3D7C7DA6-5556-CFAB-80A6-16BA9586A0DF}"/>
              </a:ext>
            </a:extLst>
          </p:cNvPr>
          <p:cNvSpPr>
            <a:spLocks noGrp="1" noChangeArrowheads="1"/>
          </p:cNvSpPr>
          <p:nvPr>
            <p:ph idx="1"/>
          </p:nvPr>
        </p:nvSpPr>
        <p:spPr bwMode="auto">
          <a:xfrm>
            <a:off x="685800" y="2668796"/>
            <a:ext cx="8581708"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ptos" panose="020B0004020202020204" pitchFamily="34" charset="0"/>
              </a:rPr>
              <a:t>Input Features</a:t>
            </a:r>
            <a:r>
              <a:rPr kumimoji="0" lang="en-US" altLang="en-US" sz="2200" b="0" i="0" u="none" strike="noStrike" cap="none" normalizeH="0" baseline="0" dirty="0">
                <a:ln>
                  <a:noFill/>
                </a:ln>
                <a:solidFill>
                  <a:schemeClr val="tx1"/>
                </a:solidFill>
                <a:effectLst/>
                <a:latin typeface="Aptos" panose="020B0004020202020204" pitchFamily="34" charset="0"/>
              </a:rPr>
              <a:t>: A file (e.g., </a:t>
            </a:r>
            <a:r>
              <a:rPr kumimoji="0" lang="en-US" altLang="en-US" sz="2200" b="0" i="0" u="none" strike="noStrike" cap="none" normalizeH="0" baseline="0" dirty="0" err="1">
                <a:ln>
                  <a:noFill/>
                </a:ln>
                <a:solidFill>
                  <a:schemeClr val="tx1"/>
                </a:solidFill>
                <a:effectLst/>
                <a:latin typeface="Aptos" panose="020B0004020202020204" pitchFamily="34" charset="0"/>
              </a:rPr>
              <a:t>file_size</a:t>
            </a:r>
            <a:r>
              <a:rPr kumimoji="0" lang="en-US" altLang="en-US" sz="2200" b="0" i="0" u="none" strike="noStrike" cap="none" normalizeH="0" baseline="0" dirty="0">
                <a:ln>
                  <a:noFill/>
                </a:ln>
                <a:solidFill>
                  <a:schemeClr val="tx1"/>
                </a:solidFill>
                <a:effectLst/>
                <a:latin typeface="Aptos" panose="020B0004020202020204" pitchFamily="34" charset="0"/>
              </a:rPr>
              <a:t>=500KB, entropy=7.2, etc.) input.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ptos" panose="020B0004020202020204" pitchFamily="34" charset="0"/>
              </a:rPr>
              <a:t>Send to Trees</a:t>
            </a:r>
            <a:r>
              <a:rPr kumimoji="0" lang="en-US" altLang="en-US" sz="2200" b="0" i="0" u="none" strike="noStrike" cap="none" normalizeH="0" baseline="0" dirty="0">
                <a:ln>
                  <a:noFill/>
                </a:ln>
                <a:solidFill>
                  <a:schemeClr val="tx1"/>
                </a:solidFill>
                <a:effectLst/>
                <a:latin typeface="Aptos" panose="020B0004020202020204" pitchFamily="34" charset="0"/>
              </a:rPr>
              <a:t>: The input is passed to all decision trees in the forest.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ptos" panose="020B0004020202020204" pitchFamily="34" charset="0"/>
              </a:rPr>
              <a:t>Tree Prediction</a:t>
            </a:r>
            <a:r>
              <a:rPr kumimoji="0" lang="en-US" altLang="en-US" sz="2200" b="0" i="0" u="none" strike="noStrike" cap="none" normalizeH="0" baseline="0" dirty="0">
                <a:ln>
                  <a:noFill/>
                </a:ln>
                <a:solidFill>
                  <a:schemeClr val="tx1"/>
                </a:solidFill>
                <a:effectLst/>
                <a:latin typeface="Aptos" panose="020B0004020202020204" pitchFamily="34" charset="0"/>
              </a:rPr>
              <a:t>: Each tree predicts malware (1) or benign (0).</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ptos" panose="020B0004020202020204" pitchFamily="34" charset="0"/>
              </a:rPr>
              <a:t>Voting</a:t>
            </a:r>
            <a:r>
              <a:rPr kumimoji="0" lang="en-US" altLang="en-US" sz="2200" b="0" i="0" u="none" strike="noStrike" cap="none" normalizeH="0" baseline="0" dirty="0">
                <a:ln>
                  <a:noFill/>
                </a:ln>
                <a:solidFill>
                  <a:schemeClr val="tx1"/>
                </a:solidFill>
                <a:effectLst/>
                <a:latin typeface="Aptos" panose="020B0004020202020204" pitchFamily="34" charset="0"/>
              </a:rPr>
              <a:t>: The final output is based on majority vote.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1" u="none" strike="noStrike" cap="none" normalizeH="0" baseline="0" dirty="0">
                <a:ln>
                  <a:noFill/>
                </a:ln>
                <a:solidFill>
                  <a:schemeClr val="tx1"/>
                </a:solidFill>
                <a:effectLst/>
                <a:latin typeface="Aptos" panose="020B0004020202020204" pitchFamily="34" charset="0"/>
              </a:rPr>
              <a:t>Example</a:t>
            </a:r>
            <a:r>
              <a:rPr kumimoji="0" lang="en-US" altLang="en-US" sz="2200" b="0" i="0" u="none" strike="noStrike" cap="none" normalizeH="0" baseline="0" dirty="0">
                <a:ln>
                  <a:noFill/>
                </a:ln>
                <a:solidFill>
                  <a:schemeClr val="tx1"/>
                </a:solidFill>
                <a:effectLst/>
                <a:latin typeface="Aptos" panose="020B0004020202020204" pitchFamily="34" charset="0"/>
              </a:rPr>
              <a:t>: 100 trees → 75 vote malware → Prediction = </a:t>
            </a:r>
            <a:r>
              <a:rPr kumimoji="0" lang="en-US" altLang="en-US" sz="2200" b="1" i="0" u="none" strike="noStrike" cap="none" normalizeH="0" baseline="0" dirty="0">
                <a:ln>
                  <a:noFill/>
                </a:ln>
                <a:solidFill>
                  <a:schemeClr val="tx1"/>
                </a:solidFill>
                <a:effectLst/>
                <a:latin typeface="Aptos" panose="020B0004020202020204" pitchFamily="34" charset="0"/>
              </a:rPr>
              <a:t>malware</a:t>
            </a:r>
            <a:endParaRPr kumimoji="0" lang="en-US" altLang="en-US" sz="2200" b="0" i="0" u="none" strike="noStrike" cap="none" normalizeH="0" baseline="0" dirty="0">
              <a:ln>
                <a:noFill/>
              </a:ln>
              <a:solidFill>
                <a:schemeClr val="tx1"/>
              </a:solidFill>
              <a:effectLst/>
              <a:latin typeface="Aptos" panose="020B00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1" i="0" u="none" strike="noStrike" cap="none" normalizeH="0" baseline="0" dirty="0">
                <a:ln>
                  <a:noFill/>
                </a:ln>
                <a:solidFill>
                  <a:schemeClr val="tx1"/>
                </a:solidFill>
                <a:effectLst/>
                <a:latin typeface="Aptos" panose="020B0004020202020204" pitchFamily="34" charset="0"/>
              </a:rPr>
              <a:t>Probability</a:t>
            </a:r>
            <a:r>
              <a:rPr kumimoji="0" lang="en-US" altLang="en-US" sz="2200" b="0" i="0" u="none" strike="noStrike" cap="none" normalizeH="0" baseline="0" dirty="0">
                <a:ln>
                  <a:noFill/>
                </a:ln>
                <a:solidFill>
                  <a:schemeClr val="tx1"/>
                </a:solidFill>
                <a:effectLst/>
                <a:latin typeface="Aptos" panose="020B0004020202020204" pitchFamily="34" charset="0"/>
              </a:rPr>
              <a:t> </a:t>
            </a:r>
            <a:r>
              <a:rPr kumimoji="0" lang="en-US" altLang="en-US" sz="2200" b="0" i="1" u="none" strike="noStrike" cap="none" normalizeH="0" baseline="0" dirty="0">
                <a:ln>
                  <a:noFill/>
                </a:ln>
                <a:solidFill>
                  <a:schemeClr val="tx1"/>
                </a:solidFill>
                <a:effectLst/>
                <a:latin typeface="Aptos" panose="020B0004020202020204" pitchFamily="34" charset="0"/>
              </a:rPr>
              <a:t>(optional)</a:t>
            </a:r>
            <a:r>
              <a:rPr kumimoji="0" lang="en-US" altLang="en-US" sz="2200" b="0" i="0" u="none" strike="noStrike" cap="none" normalizeH="0" baseline="0" dirty="0">
                <a:ln>
                  <a:noFill/>
                </a:ln>
                <a:solidFill>
                  <a:schemeClr val="tx1"/>
                </a:solidFill>
                <a:effectLst/>
                <a:latin typeface="Aptos" panose="020B0004020202020204" pitchFamily="34" charset="0"/>
              </a:rPr>
              <a:t>: Malware chance = 75/100 = </a:t>
            </a:r>
            <a:r>
              <a:rPr kumimoji="0" lang="en-US" altLang="en-US" sz="2200" b="1" i="0" u="none" strike="noStrike" cap="none" normalizeH="0" baseline="0" dirty="0">
                <a:ln>
                  <a:noFill/>
                </a:ln>
                <a:solidFill>
                  <a:schemeClr val="tx1"/>
                </a:solidFill>
                <a:effectLst/>
                <a:latin typeface="Aptos" panose="020B0004020202020204" pitchFamily="34" charset="0"/>
              </a:rPr>
              <a:t>75%</a:t>
            </a:r>
            <a:r>
              <a:rPr kumimoji="0" lang="en-US" altLang="en-US" sz="2200" b="0" i="0" u="none" strike="noStrike" cap="none" normalizeH="0" baseline="0" dirty="0">
                <a:ln>
                  <a:noFill/>
                </a:ln>
                <a:solidFill>
                  <a:schemeClr val="tx1"/>
                </a:solidFill>
                <a:effectLst/>
                <a:latin typeface="Aptos" panose="020B0004020202020204" pitchFamily="34"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2386" y="484632"/>
            <a:ext cx="7543800" cy="1069296"/>
          </a:xfrm>
        </p:spPr>
        <p:txBody>
          <a:bodyPr>
            <a:normAutofit/>
          </a:bodyPr>
          <a:lstStyle/>
          <a:p>
            <a:r>
              <a:rPr dirty="0">
                <a:latin typeface="Aptos" panose="020B0004020202020204" pitchFamily="34" charset="0"/>
              </a:rPr>
              <a:t>Implementation &amp; Analysis</a:t>
            </a:r>
          </a:p>
        </p:txBody>
      </p:sp>
      <p:sp>
        <p:nvSpPr>
          <p:cNvPr id="3" name="Content Placeholder 2"/>
          <p:cNvSpPr>
            <a:spLocks noGrp="1"/>
          </p:cNvSpPr>
          <p:nvPr>
            <p:ph idx="1"/>
          </p:nvPr>
        </p:nvSpPr>
        <p:spPr>
          <a:xfrm>
            <a:off x="802386" y="2121408"/>
            <a:ext cx="3569589" cy="4050792"/>
          </a:xfrm>
        </p:spPr>
        <p:txBody>
          <a:bodyPr>
            <a:normAutofit/>
          </a:bodyPr>
          <a:lstStyle/>
          <a:p>
            <a:r>
              <a:rPr b="1" dirty="0">
                <a:latin typeface="Aptos" panose="020B0004020202020204" pitchFamily="34" charset="0"/>
              </a:rPr>
              <a:t>Dataset: 2000 files (70% benign, 30% malware).</a:t>
            </a:r>
          </a:p>
          <a:p>
            <a:r>
              <a:rPr b="1" dirty="0">
                <a:latin typeface="Aptos" panose="020B0004020202020204" pitchFamily="34" charset="0"/>
              </a:rPr>
              <a:t>Split: 70% train, 30% test.</a:t>
            </a:r>
          </a:p>
          <a:p>
            <a:r>
              <a:rPr b="1" dirty="0">
                <a:latin typeface="Aptos" panose="020B0004020202020204" pitchFamily="34" charset="0"/>
              </a:rPr>
              <a:t>Accuracy: 97.17%, Precision: 96.12%, Recall: 96.12%.</a:t>
            </a:r>
            <a:endParaRPr lang="en-IN" b="1" dirty="0">
              <a:latin typeface="Aptos" panose="020B0004020202020204" pitchFamily="34" charset="0"/>
            </a:endParaRPr>
          </a:p>
          <a:p>
            <a:endParaRPr b="1" dirty="0">
              <a:latin typeface="Aptos" panose="020B0004020202020204" pitchFamily="34" charset="0"/>
            </a:endParaRPr>
          </a:p>
        </p:txBody>
      </p:sp>
      <p:pic>
        <p:nvPicPr>
          <p:cNvPr id="5" name="Picture 4">
            <a:extLst>
              <a:ext uri="{FF2B5EF4-FFF2-40B4-BE49-F238E27FC236}">
                <a16:creationId xmlns:a16="http://schemas.microsoft.com/office/drawing/2014/main" id="{6669E6BC-B550-A659-255E-DE98CB15D228}"/>
              </a:ext>
            </a:extLst>
          </p:cNvPr>
          <p:cNvPicPr>
            <a:picLocks noChangeAspect="1"/>
          </p:cNvPicPr>
          <p:nvPr/>
        </p:nvPicPr>
        <p:blipFill>
          <a:blip r:embed="rId2"/>
          <a:srcRect r="11442" b="2"/>
          <a:stretch>
            <a:fillRect/>
          </a:stretch>
        </p:blipFill>
        <p:spPr>
          <a:xfrm>
            <a:off x="4371974" y="1553928"/>
            <a:ext cx="4607133" cy="46197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Data Visualization</a:t>
            </a:r>
            <a:endParaRPr lang="en-IN" dirty="0"/>
          </a:p>
        </p:txBody>
      </p:sp>
      <p:sp>
        <p:nvSpPr>
          <p:cNvPr id="3" name="Content Placeholder 2"/>
          <p:cNvSpPr>
            <a:spLocks noGrp="1"/>
          </p:cNvSpPr>
          <p:nvPr>
            <p:ph idx="1"/>
          </p:nvPr>
        </p:nvSpPr>
        <p:spPr/>
        <p:txBody>
          <a:bodyPr/>
          <a:lstStyle/>
          <a:p>
            <a:r>
              <a:rPr lang="en-US" dirty="0"/>
              <a:t>Confusion matrix and feature comparison</a:t>
            </a:r>
          </a:p>
          <a:p>
            <a:pPr marL="0" indent="0">
              <a:buNone/>
            </a:pPr>
            <a:r>
              <a:rPr lang="en-US" dirty="0"/>
              <a:t>.</a:t>
            </a:r>
          </a:p>
          <a:p>
            <a:endParaRPr lang="en-US" dirty="0"/>
          </a:p>
          <a:p>
            <a:endParaRPr lang="en-US" dirty="0"/>
          </a:p>
          <a:p>
            <a:endParaRPr lang="en-US" dirty="0"/>
          </a:p>
        </p:txBody>
      </p:sp>
      <p:pic>
        <p:nvPicPr>
          <p:cNvPr id="11" name="Picture 10">
            <a:extLst>
              <a:ext uri="{FF2B5EF4-FFF2-40B4-BE49-F238E27FC236}">
                <a16:creationId xmlns:a16="http://schemas.microsoft.com/office/drawing/2014/main" id="{CAAD7F59-3F9B-9159-A9DC-12F9B2CD822B}"/>
              </a:ext>
            </a:extLst>
          </p:cNvPr>
          <p:cNvPicPr>
            <a:picLocks noChangeAspect="1"/>
          </p:cNvPicPr>
          <p:nvPr/>
        </p:nvPicPr>
        <p:blipFill>
          <a:blip r:embed="rId2"/>
          <a:stretch>
            <a:fillRect/>
          </a:stretch>
        </p:blipFill>
        <p:spPr>
          <a:xfrm>
            <a:off x="2577770" y="2778279"/>
            <a:ext cx="3641011" cy="338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1169233"/>
            <a:ext cx="7772400" cy="5002967"/>
          </a:xfrm>
        </p:spPr>
        <p:txBody>
          <a:bodyPr/>
          <a:lstStyle/>
          <a:p>
            <a:pPr marL="0" indent="0">
              <a:buNone/>
            </a:pPr>
            <a:r>
              <a:rPr lang="en-IN" dirty="0"/>
              <a:t>Line graph to differentiate between malware and </a:t>
            </a:r>
            <a:r>
              <a:rPr lang="en-IN" dirty="0" err="1"/>
              <a:t>begnin</a:t>
            </a:r>
            <a:r>
              <a:rPr lang="en-IN" dirty="0"/>
              <a:t> file</a:t>
            </a:r>
          </a:p>
          <a:p>
            <a:endParaRPr lang="en-IN" dirty="0"/>
          </a:p>
          <a:p>
            <a:endParaRPr dirty="0"/>
          </a:p>
        </p:txBody>
      </p:sp>
      <p:pic>
        <p:nvPicPr>
          <p:cNvPr id="5" name="Picture 4">
            <a:extLst>
              <a:ext uri="{FF2B5EF4-FFF2-40B4-BE49-F238E27FC236}">
                <a16:creationId xmlns:a16="http://schemas.microsoft.com/office/drawing/2014/main" id="{3CD71A86-3EBC-F381-E267-9206D51C4224}"/>
              </a:ext>
            </a:extLst>
          </p:cNvPr>
          <p:cNvPicPr>
            <a:picLocks noChangeAspect="1"/>
          </p:cNvPicPr>
          <p:nvPr/>
        </p:nvPicPr>
        <p:blipFill>
          <a:blip r:embed="rId2"/>
          <a:stretch>
            <a:fillRect/>
          </a:stretch>
        </p:blipFill>
        <p:spPr>
          <a:xfrm>
            <a:off x="1351959" y="2123917"/>
            <a:ext cx="6230219" cy="37247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Scope</a:t>
            </a:r>
          </a:p>
        </p:txBody>
      </p:sp>
      <p:sp>
        <p:nvSpPr>
          <p:cNvPr id="3" name="Content Placeholder 2"/>
          <p:cNvSpPr>
            <a:spLocks noGrp="1"/>
          </p:cNvSpPr>
          <p:nvPr>
            <p:ph idx="1"/>
          </p:nvPr>
        </p:nvSpPr>
        <p:spPr/>
        <p:txBody>
          <a:bodyPr/>
          <a:lstStyle/>
          <a:p>
            <a:r>
              <a:t>Explore Deep Learning (CNN, RNN).</a:t>
            </a:r>
          </a:p>
          <a:p>
            <a:r>
              <a:t>Real-time detection on edge devices.</a:t>
            </a:r>
          </a:p>
          <a:p>
            <a:r>
              <a:t>Explainable AI for model transparency.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t>- IJERT, MDPI, IEEE, ScienceDirect</a:t>
            </a:r>
          </a:p>
          <a:p>
            <a:r>
              <a:t>- Research on ML-based malware detection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135</TotalTime>
  <Words>553</Words>
  <Application>Microsoft Office PowerPoint</Application>
  <PresentationFormat>On-screen Show (4:3)</PresentationFormat>
  <Paragraphs>56</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Calibri</vt:lpstr>
      <vt:lpstr>Rockwell</vt:lpstr>
      <vt:lpstr>Rockwell Condensed</vt:lpstr>
      <vt:lpstr>Rockwell Extra Bold</vt:lpstr>
      <vt:lpstr>Wingdings</vt:lpstr>
      <vt:lpstr>Wood Type</vt:lpstr>
      <vt:lpstr>        Malware Detection in Computers Using Machine Learning   Kislay Dubey(A2305223028) Aryan Bhargav(A2305223032) Section: 4CSE1(X) Faculty: Mr. Sanjeev Thakur</vt:lpstr>
      <vt:lpstr>INDEX</vt:lpstr>
      <vt:lpstr>Introduction</vt:lpstr>
      <vt:lpstr>Types of Malware</vt:lpstr>
      <vt:lpstr>PowerPoint Presentation</vt:lpstr>
      <vt:lpstr>Types of Malware Detection</vt:lpstr>
      <vt:lpstr>Methodology</vt:lpstr>
      <vt:lpstr>  WORKING</vt:lpstr>
      <vt:lpstr>Implementation &amp; Analysis</vt:lpstr>
      <vt:lpstr>Data Visualization</vt:lpstr>
      <vt:lpstr>PowerPoint Presentation</vt:lpstr>
      <vt:lpstr>Future Scope</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ARYAN BHARGAV</dc:creator>
  <cp:keywords/>
  <dc:description>generated using python-pptx</dc:description>
  <cp:lastModifiedBy>Aryan BHARGAV</cp:lastModifiedBy>
  <cp:revision>1</cp:revision>
  <dcterms:created xsi:type="dcterms:W3CDTF">2013-01-27T09:14:16Z</dcterms:created>
  <dcterms:modified xsi:type="dcterms:W3CDTF">2025-08-04T09:43:04Z</dcterms:modified>
  <cp:category/>
</cp:coreProperties>
</file>